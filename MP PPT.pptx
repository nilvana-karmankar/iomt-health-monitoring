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8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E769C-B82C-4EBF-AFDE-30368C9013FA}" type="datetimeFigureOut">
              <a:rPr lang="en-IN" smtClean="0"/>
              <a:pPr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EC1C6-DC07-4644-8E97-0F093327BA8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8717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6E1A-79D4-4D66-96A9-02641756F64C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06F6-D2CD-4DB9-9FF0-408322DF33B8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BACE2A9-81E9-C415-C441-00DB3510AF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4547" y="155369"/>
            <a:ext cx="1030488" cy="8050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BE974FA-3FFF-7EB8-AC73-B693063A5F2A}"/>
              </a:ext>
            </a:extLst>
          </p:cNvPr>
          <p:cNvSpPr/>
          <p:nvPr userDrawn="1"/>
        </p:nvSpPr>
        <p:spPr>
          <a:xfrm>
            <a:off x="59634" y="52318"/>
            <a:ext cx="8994913" cy="6805681"/>
          </a:xfrm>
          <a:prstGeom prst="rect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F3E0-320B-4D14-8163-71670D2A8714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264D-EDA7-4520-847D-75D428A23488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BB296-D3D6-4976-914C-C0AA2A364825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64B5E-B29E-44C1-B11E-DFB87F8CBE91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3388D-7596-40C4-8D6A-FBC9A5300160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444E-C341-47B3-8EF7-7471E07CEE7E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8120A-6733-425C-9AB1-AC6938AE6D96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B8F7-A5B2-4141-99E2-A507119EDB81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DE0-104F-4C7B-9332-ADB8CD27A54A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EE183-FF20-4E68-A843-2ACC3178A355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326571"/>
            <a:ext cx="8251370" cy="1284515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0000"/>
                </a:solidFill>
                <a:latin typeface="Calibri"/>
              </a:defRPr>
            </a:pPr>
            <a:r>
              <a:rPr lang="en-IN" sz="4000" dirty="0"/>
              <a:t/>
            </a:r>
            <a:br>
              <a:rPr lang="en-IN" sz="4000" dirty="0"/>
            </a:br>
            <a:r>
              <a:rPr lang="en-IN" sz="4000" dirty="0"/>
              <a:t/>
            </a:r>
            <a:br>
              <a:rPr lang="en-IN" sz="4000" dirty="0"/>
            </a:br>
            <a:r>
              <a:rPr lang="en-IN" sz="4000" dirty="0">
                <a:solidFill>
                  <a:schemeClr val="accent1"/>
                </a:solidFill>
              </a:rPr>
              <a:t>VARDHAMAN COLLEGE OF ENGINEERING</a:t>
            </a:r>
            <a:r>
              <a:rPr lang="en-IN" dirty="0">
                <a:solidFill>
                  <a:schemeClr val="accent1"/>
                </a:solidFill>
              </a:rPr>
              <a:t/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sz="3600" dirty="0">
                <a:solidFill>
                  <a:schemeClr val="accent1"/>
                </a:solidFill>
              </a:rPr>
              <a:t>DEPARTMENT OF AIML &amp; AIDS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57" y="2209800"/>
            <a:ext cx="7783288" cy="414496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dirty="0" smtClean="0"/>
              <a:t>Mini </a:t>
            </a:r>
            <a:r>
              <a:rPr lang="en-US" dirty="0"/>
              <a:t>Project Review - I</a:t>
            </a:r>
          </a:p>
          <a:p>
            <a:pPr marL="0" indent="0">
              <a:buNone/>
            </a:pPr>
            <a:r>
              <a:rPr lang="en-US" dirty="0"/>
              <a:t>Title: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Team No: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u="sng" dirty="0"/>
          </a:p>
          <a:p>
            <a:pPr marL="0" indent="0" algn="ctr">
              <a:buNone/>
            </a:pPr>
            <a:r>
              <a:rPr lang="en-US" u="sng" dirty="0"/>
              <a:t>Guide Details</a:t>
            </a:r>
          </a:p>
          <a:p>
            <a:pPr marL="0" indent="0" algn="ctr">
              <a:buNone/>
            </a:pPr>
            <a:r>
              <a:rPr lang="en-US" dirty="0"/>
              <a:t>Guide Name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/>
              <a:t>Designation</a:t>
            </a:r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/>
              </a:defRPr>
            </a:pPr>
            <a:endParaRPr lang="en-IN" dirty="0"/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/>
              </a:defRPr>
            </a:pPr>
            <a:endParaRPr lang="en-IN" dirty="0"/>
          </a:p>
          <a:p>
            <a:pPr algn="l">
              <a:defRPr sz="2400">
                <a:solidFill>
                  <a:srgbClr val="505050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4ABBD3-75E6-DEF6-F2AE-6B19BAF3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7" y="6356350"/>
            <a:ext cx="4979963" cy="365125"/>
          </a:xfrm>
        </p:spPr>
        <p:txBody>
          <a:bodyPr/>
          <a:lstStyle/>
          <a:p>
            <a:r>
              <a:rPr lang="en-US" b="1" dirty="0"/>
              <a:t>Department of </a:t>
            </a:r>
            <a:r>
              <a:rPr lang="en-US" b="1" dirty="0" smtClean="0"/>
              <a:t>Computer Science and Engineering</a:t>
            </a:r>
            <a:endParaRPr lang="en-US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FFB7C7A2-344E-5673-0549-1169E8DD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13160248"/>
              </p:ext>
            </p:extLst>
          </p:nvPr>
        </p:nvGraphicFramePr>
        <p:xfrm>
          <a:off x="1447800" y="3703683"/>
          <a:ext cx="6096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1933019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40222764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1884671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533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4006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0159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63441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Title</a:t>
            </a:r>
          </a:p>
          <a:p>
            <a:pPr marL="0" indent="0">
              <a:buNone/>
            </a:pPr>
            <a:r>
              <a:rPr lang="en-US" dirty="0"/>
              <a:t>2. Background Research</a:t>
            </a:r>
          </a:p>
          <a:p>
            <a:pPr marL="0" indent="0">
              <a:buNone/>
            </a:pPr>
            <a:r>
              <a:rPr lang="en-US" dirty="0"/>
              <a:t>3. Project Planning (Include Gantt Chart)</a:t>
            </a:r>
          </a:p>
          <a:p>
            <a:pPr marL="0" indent="0">
              <a:buNone/>
            </a:pPr>
            <a:r>
              <a:rPr lang="en-US" dirty="0"/>
              <a:t>4. Literature Survey</a:t>
            </a:r>
          </a:p>
          <a:p>
            <a:pPr marL="0" indent="0">
              <a:buNone/>
            </a:pPr>
            <a:r>
              <a:rPr lang="en-US" dirty="0"/>
              <a:t>5. Objectives</a:t>
            </a:r>
          </a:p>
          <a:p>
            <a:pPr marL="0" indent="0">
              <a:buNone/>
            </a:pPr>
            <a:r>
              <a:rPr lang="en-US" dirty="0"/>
              <a:t>6. Project Milestone Tracker</a:t>
            </a:r>
          </a:p>
          <a:p>
            <a:pPr marL="0" indent="0">
              <a:buNone/>
            </a:pPr>
            <a:r>
              <a:rPr lang="en-US" dirty="0"/>
              <a:t>7. Q&amp;A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7094A53-70EB-1F06-12F6-AC289A77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6425" y="6356350"/>
            <a:ext cx="4642338" cy="365125"/>
          </a:xfrm>
        </p:spPr>
        <p:txBody>
          <a:bodyPr/>
          <a:lstStyle/>
          <a:p>
            <a:r>
              <a:rPr lang="en-US" b="1" dirty="0" smtClean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7CF27310-56F4-13A8-B1EF-E6BA8A08E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Title: [Enter Project Title Here]</a:t>
            </a:r>
          </a:p>
          <a:p>
            <a:r>
              <a:rPr lang="en-US" dirty="0"/>
              <a:t>Domain/Area: [e.g., IoT, ML, Web Dev]</a:t>
            </a:r>
          </a:p>
          <a:p>
            <a:r>
              <a:rPr lang="en-US" dirty="0"/>
              <a:t>Type: [Application / Research / Simulation]</a:t>
            </a:r>
          </a:p>
          <a:p>
            <a:r>
              <a:rPr lang="en-US" dirty="0"/>
              <a:t>Keywords: [List up to 5 keywords]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64768DE-587D-DE97-B725-9F5DE6A49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8965" y="6356350"/>
            <a:ext cx="4994031" cy="365125"/>
          </a:xfrm>
        </p:spPr>
        <p:txBody>
          <a:bodyPr/>
          <a:lstStyle/>
          <a:p>
            <a:r>
              <a:rPr lang="en-US" b="1" dirty="0" smtClean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BACKGROUND RESEARCH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644C6200-7F8C-6552-9D91-86325FE7C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overview of existing systems or solutions</a:t>
            </a:r>
          </a:p>
          <a:p>
            <a:r>
              <a:rPr lang="en-US" dirty="0"/>
              <a:t>Identify gaps or challenges in existing work</a:t>
            </a:r>
          </a:p>
          <a:p>
            <a:r>
              <a:rPr lang="en-US" dirty="0"/>
              <a:t>Motivation behind the proposed work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12BC60A-965B-FDE1-923B-150BCE30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8" y="6356350"/>
            <a:ext cx="4754880" cy="365125"/>
          </a:xfrm>
        </p:spPr>
        <p:txBody>
          <a:bodyPr/>
          <a:lstStyle/>
          <a:p>
            <a:r>
              <a:rPr lang="en-US" b="1" dirty="0" smtClean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 dirty="0"/>
              <a:t>PROJECT PLANNING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C954AD31-4BFC-484B-7B6C-70B45C856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Include a Gantt Chart covering:</a:t>
            </a:r>
          </a:p>
          <a:p>
            <a:r>
              <a:rPr lang="en-US" dirty="0"/>
              <a:t>- Research Phase</a:t>
            </a:r>
          </a:p>
          <a:p>
            <a:r>
              <a:rPr lang="en-US" dirty="0"/>
              <a:t>- Design Phase</a:t>
            </a:r>
          </a:p>
          <a:p>
            <a:r>
              <a:rPr lang="en-US" dirty="0"/>
              <a:t>- Implementation</a:t>
            </a:r>
          </a:p>
          <a:p>
            <a:r>
              <a:rPr lang="en-US" dirty="0"/>
              <a:t>- Testing</a:t>
            </a:r>
          </a:p>
          <a:p>
            <a:r>
              <a:rPr lang="en-US" dirty="0"/>
              <a:t>Recommended Tools: Excel / Canva / MS Project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81D8E64-E73A-318D-234A-F0CDC815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7" y="6356350"/>
            <a:ext cx="5078437" cy="365125"/>
          </a:xfrm>
        </p:spPr>
        <p:txBody>
          <a:bodyPr/>
          <a:lstStyle/>
          <a:p>
            <a:r>
              <a:rPr lang="en-US" b="1" dirty="0" smtClean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xmlns="" id="{759FE734-CC42-C885-5CCA-3774AA794B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508125806"/>
              </p:ext>
            </p:extLst>
          </p:nvPr>
        </p:nvGraphicFramePr>
        <p:xfrm>
          <a:off x="457200" y="1600200"/>
          <a:ext cx="8229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xmlns="" val="4048337868"/>
                    </a:ext>
                  </a:extLst>
                </a:gridCol>
                <a:gridCol w="2144485">
                  <a:extLst>
                    <a:ext uri="{9D8B030D-6E8A-4147-A177-3AD203B41FA5}">
                      <a16:colId xmlns:a16="http://schemas.microsoft.com/office/drawing/2014/main" xmlns="" val="24165074"/>
                    </a:ext>
                  </a:extLst>
                </a:gridCol>
                <a:gridCol w="1513115">
                  <a:extLst>
                    <a:ext uri="{9D8B030D-6E8A-4147-A177-3AD203B41FA5}">
                      <a16:colId xmlns:a16="http://schemas.microsoft.com/office/drawing/2014/main" xmlns="" val="1117162474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xmlns="" val="410836099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3815876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Approach/Algorithm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3457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4822606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DC26EE8-8FBF-1459-69A0-0D4BA26B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9643" y="6356350"/>
            <a:ext cx="4656405" cy="365125"/>
          </a:xfrm>
        </p:spPr>
        <p:txBody>
          <a:bodyPr/>
          <a:lstStyle/>
          <a:p>
            <a:r>
              <a:rPr lang="en-US" b="1" dirty="0" smtClean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129B2E81-1771-2931-0CE7-8A2F24622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clear and measurable objectives:</a:t>
            </a:r>
          </a:p>
          <a:p>
            <a:pPr marL="0" indent="0">
              <a:buNone/>
            </a:pPr>
            <a:r>
              <a:rPr lang="en-US" dirty="0"/>
              <a:t>1. To...</a:t>
            </a:r>
          </a:p>
          <a:p>
            <a:pPr marL="0" indent="0">
              <a:buNone/>
            </a:pPr>
            <a:r>
              <a:rPr lang="en-US" dirty="0"/>
              <a:t>2. To...</a:t>
            </a:r>
          </a:p>
          <a:p>
            <a:pPr marL="0" indent="0">
              <a:buNone/>
            </a:pPr>
            <a:r>
              <a:rPr lang="en-US" dirty="0"/>
              <a:t>3. To...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D4E8448-2A11-46F9-CD08-14330D65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7107" y="6356350"/>
            <a:ext cx="6077243" cy="365125"/>
          </a:xfrm>
        </p:spPr>
        <p:txBody>
          <a:bodyPr/>
          <a:lstStyle/>
          <a:p>
            <a:r>
              <a:rPr lang="en-US" b="1" dirty="0" smtClean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89D8FA78-203C-3999-228C-A191F281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PROJECT MILESTONE TRACKER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FC6B91BC-1A43-AAF1-7378-5C89AC289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Paste Scanned Copy of Handbook Page No:3(Signed)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31470FD3-2494-BCB3-5E7D-7377F181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7612" y="6356350"/>
            <a:ext cx="5022166" cy="365125"/>
          </a:xfrm>
        </p:spPr>
        <p:txBody>
          <a:bodyPr/>
          <a:lstStyle/>
          <a:p>
            <a:r>
              <a:rPr lang="en-US" b="1" dirty="0" smtClean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Q&amp;A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FF14F-C4CF-4927-A9AB-9BF4C299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59" y="6356350"/>
            <a:ext cx="6091311" cy="365125"/>
          </a:xfrm>
        </p:spPr>
        <p:txBody>
          <a:bodyPr/>
          <a:lstStyle/>
          <a:p>
            <a:r>
              <a:rPr lang="en-US" b="1" dirty="0" smtClean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236</Words>
  <Application>Microsoft Office PowerPoint</Application>
  <PresentationFormat>On-screen Show (4:3)</PresentationFormat>
  <Paragraphs>63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 VARDHAMAN COLLEGE OF ENGINEERING DEPARTMENT OF AIML &amp; AIDS</vt:lpstr>
      <vt:lpstr>Table of Contents</vt:lpstr>
      <vt:lpstr>TITLE</vt:lpstr>
      <vt:lpstr> BACKGROUND RESEARCH</vt:lpstr>
      <vt:lpstr>PROJECT PLANNING</vt:lpstr>
      <vt:lpstr>LITERATURE SURVEY</vt:lpstr>
      <vt:lpstr>OBJECTIVES</vt:lpstr>
      <vt:lpstr>PROJECT MILESTONE TRACKER</vt:lpstr>
      <vt:lpstr>Q&amp;A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VARDHAMAN COLLEGE OF ENGINEERING DEPARTMENT OF AIML &amp; AIDS</dc:title>
  <dc:creator>MANISH CHHABRA</dc:creator>
  <dc:description>generated using python-pptx</dc:description>
  <cp:lastModifiedBy>hp</cp:lastModifiedBy>
  <cp:revision>10</cp:revision>
  <dcterms:created xsi:type="dcterms:W3CDTF">2013-01-27T09:14:16Z</dcterms:created>
  <dcterms:modified xsi:type="dcterms:W3CDTF">2025-11-30T08:41:18Z</dcterms:modified>
</cp:coreProperties>
</file>