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handoutMasterIdLst>
    <p:handoutMasterId r:id="rId17"/>
  </p:handoutMasterIdLst>
  <p:sldIdLst>
    <p:sldId id="256" r:id="rId2"/>
    <p:sldId id="259" r:id="rId3"/>
    <p:sldId id="327" r:id="rId4"/>
    <p:sldId id="333" r:id="rId5"/>
    <p:sldId id="350" r:id="rId6"/>
    <p:sldId id="351" r:id="rId7"/>
    <p:sldId id="328" r:id="rId8"/>
    <p:sldId id="329" r:id="rId9"/>
    <p:sldId id="335" r:id="rId10"/>
    <p:sldId id="330" r:id="rId11"/>
    <p:sldId id="345" r:id="rId12"/>
    <p:sldId id="346" r:id="rId13"/>
    <p:sldId id="349" r:id="rId14"/>
    <p:sldId id="326" r:id="rId1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5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22B14B-9745-432C-91C2-01E6EABE628D}" v="74" dt="2026-04-01T12:46:46.8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varScale="1">
        <p:scale>
          <a:sx n="78" d="100"/>
          <a:sy n="78" d="100"/>
        </p:scale>
        <p:origin x="161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mankar Nilvana" userId="de39ea6c3e049451" providerId="LiveId" clId="{7D77E684-E57E-4CB7-84EE-307B7D2A25CD}"/>
    <pc:docChg chg="undo custSel delSld modSld">
      <pc:chgData name="Karmankar Nilvana" userId="de39ea6c3e049451" providerId="LiveId" clId="{7D77E684-E57E-4CB7-84EE-307B7D2A25CD}" dt="2026-04-01T12:47:21.801" v="1060" actId="47"/>
      <pc:docMkLst>
        <pc:docMk/>
      </pc:docMkLst>
      <pc:sldChg chg="modSp mod">
        <pc:chgData name="Karmankar Nilvana" userId="de39ea6c3e049451" providerId="LiveId" clId="{7D77E684-E57E-4CB7-84EE-307B7D2A25CD}" dt="2026-04-01T11:20:16.937" v="165" actId="20577"/>
        <pc:sldMkLst>
          <pc:docMk/>
          <pc:sldMk cId="0" sldId="256"/>
        </pc:sldMkLst>
        <pc:spChg chg="mod">
          <ac:chgData name="Karmankar Nilvana" userId="de39ea6c3e049451" providerId="LiveId" clId="{7D77E684-E57E-4CB7-84EE-307B7D2A25CD}" dt="2026-04-01T11:20:16.937" v="165" actId="20577"/>
          <ac:spMkLst>
            <pc:docMk/>
            <pc:sldMk cId="0" sldId="256"/>
            <ac:spMk id="7" creationId="{81E9BB19-E97E-45D3-BB72-E34CC7BF07BD}"/>
          </ac:spMkLst>
        </pc:spChg>
        <pc:graphicFrameChg chg="mod modGraphic">
          <ac:chgData name="Karmankar Nilvana" userId="de39ea6c3e049451" providerId="LiveId" clId="{7D77E684-E57E-4CB7-84EE-307B7D2A25CD}" dt="2026-04-01T11:19:27.232" v="99" actId="1076"/>
          <ac:graphicFrameMkLst>
            <pc:docMk/>
            <pc:sldMk cId="0" sldId="256"/>
            <ac:graphicFrameMk id="12" creationId="{4B4BF96B-13BF-42E1-B330-96082705FEC5}"/>
          </ac:graphicFrameMkLst>
        </pc:graphicFrameChg>
      </pc:sldChg>
      <pc:sldChg chg="modSp mod">
        <pc:chgData name="Karmankar Nilvana" userId="de39ea6c3e049451" providerId="LiveId" clId="{7D77E684-E57E-4CB7-84EE-307B7D2A25CD}" dt="2026-04-01T11:24:08.536" v="181" actId="123"/>
        <pc:sldMkLst>
          <pc:docMk/>
          <pc:sldMk cId="0" sldId="327"/>
        </pc:sldMkLst>
        <pc:spChg chg="mod">
          <ac:chgData name="Karmankar Nilvana" userId="de39ea6c3e049451" providerId="LiveId" clId="{7D77E684-E57E-4CB7-84EE-307B7D2A25CD}" dt="2026-04-01T11:24:08.536" v="181" actId="123"/>
          <ac:spMkLst>
            <pc:docMk/>
            <pc:sldMk cId="0" sldId="327"/>
            <ac:spMk id="3" creationId="{A815A160-9E89-4EFA-87F2-5AD9612AF7E2}"/>
          </ac:spMkLst>
        </pc:spChg>
      </pc:sldChg>
      <pc:sldChg chg="modSp mod">
        <pc:chgData name="Karmankar Nilvana" userId="de39ea6c3e049451" providerId="LiveId" clId="{7D77E684-E57E-4CB7-84EE-307B7D2A25CD}" dt="2026-04-01T12:14:49.847" v="796" actId="20577"/>
        <pc:sldMkLst>
          <pc:docMk/>
          <pc:sldMk cId="0" sldId="328"/>
        </pc:sldMkLst>
        <pc:spChg chg="mod">
          <ac:chgData name="Karmankar Nilvana" userId="de39ea6c3e049451" providerId="LiveId" clId="{7D77E684-E57E-4CB7-84EE-307B7D2A25CD}" dt="2026-04-01T12:14:49.847" v="796" actId="20577"/>
          <ac:spMkLst>
            <pc:docMk/>
            <pc:sldMk cId="0" sldId="328"/>
            <ac:spMk id="3" creationId="{0F718A44-8ABC-42DF-9BB1-E9A15FE0BCFB}"/>
          </ac:spMkLst>
        </pc:spChg>
      </pc:sldChg>
      <pc:sldChg chg="modSp mod">
        <pc:chgData name="Karmankar Nilvana" userId="de39ea6c3e049451" providerId="LiveId" clId="{7D77E684-E57E-4CB7-84EE-307B7D2A25CD}" dt="2026-04-01T12:16:52.474" v="843" actId="12"/>
        <pc:sldMkLst>
          <pc:docMk/>
          <pc:sldMk cId="0" sldId="329"/>
        </pc:sldMkLst>
        <pc:spChg chg="mod">
          <ac:chgData name="Karmankar Nilvana" userId="de39ea6c3e049451" providerId="LiveId" clId="{7D77E684-E57E-4CB7-84EE-307B7D2A25CD}" dt="2026-04-01T12:16:52.474" v="843" actId="12"/>
          <ac:spMkLst>
            <pc:docMk/>
            <pc:sldMk cId="0" sldId="329"/>
            <ac:spMk id="3" creationId="{00000000-0000-0000-0000-000000000000}"/>
          </ac:spMkLst>
        </pc:spChg>
      </pc:sldChg>
      <pc:sldChg chg="addSp modSp mod">
        <pc:chgData name="Karmankar Nilvana" userId="de39ea6c3e049451" providerId="LiveId" clId="{7D77E684-E57E-4CB7-84EE-307B7D2A25CD}" dt="2026-04-01T12:18:15.401" v="850" actId="1076"/>
        <pc:sldMkLst>
          <pc:docMk/>
          <pc:sldMk cId="0" sldId="330"/>
        </pc:sldMkLst>
        <pc:spChg chg="mod">
          <ac:chgData name="Karmankar Nilvana" userId="de39ea6c3e049451" providerId="LiveId" clId="{7D77E684-E57E-4CB7-84EE-307B7D2A25CD}" dt="2026-04-01T11:18:59.505" v="97" actId="27636"/>
          <ac:spMkLst>
            <pc:docMk/>
            <pc:sldMk cId="0" sldId="330"/>
            <ac:spMk id="2" creationId="{00000000-0000-0000-0000-000000000000}"/>
          </ac:spMkLst>
        </pc:spChg>
        <pc:picChg chg="add mod">
          <ac:chgData name="Karmankar Nilvana" userId="de39ea6c3e049451" providerId="LiveId" clId="{7D77E684-E57E-4CB7-84EE-307B7D2A25CD}" dt="2026-04-01T12:18:15.401" v="850" actId="1076"/>
          <ac:picMkLst>
            <pc:docMk/>
            <pc:sldMk cId="0" sldId="330"/>
            <ac:picMk id="4" creationId="{1D3A7E40-595C-4C0A-BE1F-D2D60777875E}"/>
          </ac:picMkLst>
        </pc:picChg>
      </pc:sldChg>
      <pc:sldChg chg="addSp delSp modSp mod">
        <pc:chgData name="Karmankar Nilvana" userId="de39ea6c3e049451" providerId="LiveId" clId="{7D77E684-E57E-4CB7-84EE-307B7D2A25CD}" dt="2026-04-01T11:33:55.672" v="718" actId="1076"/>
        <pc:sldMkLst>
          <pc:docMk/>
          <pc:sldMk cId="0" sldId="333"/>
        </pc:sldMkLst>
        <pc:spChg chg="mod">
          <ac:chgData name="Karmankar Nilvana" userId="de39ea6c3e049451" providerId="LiveId" clId="{7D77E684-E57E-4CB7-84EE-307B7D2A25CD}" dt="2026-04-01T11:26:42.677" v="196" actId="1076"/>
          <ac:spMkLst>
            <pc:docMk/>
            <pc:sldMk cId="0" sldId="333"/>
            <ac:spMk id="4" creationId="{6CE7D5AF-E7FA-CA07-9D90-D8FD812F3F68}"/>
          </ac:spMkLst>
        </pc:spChg>
        <pc:spChg chg="del">
          <ac:chgData name="Karmankar Nilvana" userId="de39ea6c3e049451" providerId="LiveId" clId="{7D77E684-E57E-4CB7-84EE-307B7D2A25CD}" dt="2026-04-01T11:25:49.416" v="190" actId="3680"/>
          <ac:spMkLst>
            <pc:docMk/>
            <pc:sldMk cId="0" sldId="333"/>
            <ac:spMk id="9" creationId="{00000000-0000-0000-0000-000000000000}"/>
          </ac:spMkLst>
        </pc:spChg>
        <pc:graphicFrameChg chg="add mod ord modGraphic">
          <ac:chgData name="Karmankar Nilvana" userId="de39ea6c3e049451" providerId="LiveId" clId="{7D77E684-E57E-4CB7-84EE-307B7D2A25CD}" dt="2026-04-01T11:33:55.672" v="718" actId="1076"/>
          <ac:graphicFrameMkLst>
            <pc:docMk/>
            <pc:sldMk cId="0" sldId="333"/>
            <ac:graphicFrameMk id="6" creationId="{793BDD18-33E3-F96F-CC29-C037A9808AB8}"/>
          </ac:graphicFrameMkLst>
        </pc:graphicFrameChg>
      </pc:sldChg>
      <pc:sldChg chg="modSp mod">
        <pc:chgData name="Karmankar Nilvana" userId="de39ea6c3e049451" providerId="LiveId" clId="{7D77E684-E57E-4CB7-84EE-307B7D2A25CD}" dt="2026-04-01T12:17:26.766" v="846" actId="20577"/>
        <pc:sldMkLst>
          <pc:docMk/>
          <pc:sldMk cId="0" sldId="335"/>
        </pc:sldMkLst>
        <pc:spChg chg="mod">
          <ac:chgData name="Karmankar Nilvana" userId="de39ea6c3e049451" providerId="LiveId" clId="{7D77E684-E57E-4CB7-84EE-307B7D2A25CD}" dt="2026-04-01T12:17:26.766" v="846" actId="20577"/>
          <ac:spMkLst>
            <pc:docMk/>
            <pc:sldMk cId="0" sldId="335"/>
            <ac:spMk id="3" creationId="{00000000-0000-0000-0000-000000000000}"/>
          </ac:spMkLst>
        </pc:spChg>
      </pc:sldChg>
      <pc:sldChg chg="addSp delSp modSp mod">
        <pc:chgData name="Karmankar Nilvana" userId="de39ea6c3e049451" providerId="LiveId" clId="{7D77E684-E57E-4CB7-84EE-307B7D2A25CD}" dt="2026-04-01T12:24:40.320" v="907" actId="20577"/>
        <pc:sldMkLst>
          <pc:docMk/>
          <pc:sldMk cId="759622466" sldId="345"/>
        </pc:sldMkLst>
        <pc:spChg chg="add">
          <ac:chgData name="Karmankar Nilvana" userId="de39ea6c3e049451" providerId="LiveId" clId="{7D77E684-E57E-4CB7-84EE-307B7D2A25CD}" dt="2026-04-01T12:22:25.506" v="882"/>
          <ac:spMkLst>
            <pc:docMk/>
            <pc:sldMk cId="759622466" sldId="345"/>
            <ac:spMk id="4" creationId="{1D90CA6C-4803-0FC3-72DE-944259ABFBE6}"/>
          </ac:spMkLst>
        </pc:spChg>
        <pc:spChg chg="add del mod">
          <ac:chgData name="Karmankar Nilvana" userId="de39ea6c3e049451" providerId="LiveId" clId="{7D77E684-E57E-4CB7-84EE-307B7D2A25CD}" dt="2026-04-01T12:23:34.164" v="895" actId="478"/>
          <ac:spMkLst>
            <pc:docMk/>
            <pc:sldMk cId="759622466" sldId="345"/>
            <ac:spMk id="6" creationId="{AAED5036-AC37-9EC2-E88B-005EA9243959}"/>
          </ac:spMkLst>
        </pc:spChg>
        <pc:spChg chg="add">
          <ac:chgData name="Karmankar Nilvana" userId="de39ea6c3e049451" providerId="LiveId" clId="{7D77E684-E57E-4CB7-84EE-307B7D2A25CD}" dt="2026-04-01T12:23:49.220" v="897"/>
          <ac:spMkLst>
            <pc:docMk/>
            <pc:sldMk cId="759622466" sldId="345"/>
            <ac:spMk id="7" creationId="{1CE158CE-C6B2-ABA4-CC60-941B8A968EC5}"/>
          </ac:spMkLst>
        </pc:spChg>
        <pc:spChg chg="mod">
          <ac:chgData name="Karmankar Nilvana" userId="de39ea6c3e049451" providerId="LiveId" clId="{7D77E684-E57E-4CB7-84EE-307B7D2A25CD}" dt="2026-04-01T12:24:40.320" v="907" actId="20577"/>
          <ac:spMkLst>
            <pc:docMk/>
            <pc:sldMk cId="759622466" sldId="345"/>
            <ac:spMk id="10" creationId="{153F79F9-1FE0-3DCC-383B-AD9CC039F066}"/>
          </ac:spMkLst>
        </pc:spChg>
      </pc:sldChg>
      <pc:sldChg chg="addSp delSp modSp mod">
        <pc:chgData name="Karmankar Nilvana" userId="de39ea6c3e049451" providerId="LiveId" clId="{7D77E684-E57E-4CB7-84EE-307B7D2A25CD}" dt="2026-04-01T12:37:41.886" v="964" actId="1076"/>
        <pc:sldMkLst>
          <pc:docMk/>
          <pc:sldMk cId="1729660903" sldId="346"/>
        </pc:sldMkLst>
        <pc:spChg chg="mod">
          <ac:chgData name="Karmankar Nilvana" userId="de39ea6c3e049451" providerId="LiveId" clId="{7D77E684-E57E-4CB7-84EE-307B7D2A25CD}" dt="2026-04-01T12:33:41.260" v="929" actId="1076"/>
          <ac:spMkLst>
            <pc:docMk/>
            <pc:sldMk cId="1729660903" sldId="346"/>
            <ac:spMk id="2" creationId="{00000000-0000-0000-0000-000000000000}"/>
          </ac:spMkLst>
        </pc:spChg>
        <pc:spChg chg="del">
          <ac:chgData name="Karmankar Nilvana" userId="de39ea6c3e049451" providerId="LiveId" clId="{7D77E684-E57E-4CB7-84EE-307B7D2A25CD}" dt="2026-04-01T12:31:10.192" v="909" actId="931"/>
          <ac:spMkLst>
            <pc:docMk/>
            <pc:sldMk cId="1729660903" sldId="346"/>
            <ac:spMk id="8" creationId="{00000000-0000-0000-0000-000000000000}"/>
          </ac:spMkLst>
        </pc:spChg>
        <pc:spChg chg="mod">
          <ac:chgData name="Karmankar Nilvana" userId="de39ea6c3e049451" providerId="LiveId" clId="{7D77E684-E57E-4CB7-84EE-307B7D2A25CD}" dt="2026-04-01T12:35:21.492" v="945" actId="1038"/>
          <ac:spMkLst>
            <pc:docMk/>
            <pc:sldMk cId="1729660903" sldId="346"/>
            <ac:spMk id="9" creationId="{153F79F9-1FE0-3DCC-383B-AD9CC039F066}"/>
          </ac:spMkLst>
        </pc:spChg>
        <pc:spChg chg="add mod">
          <ac:chgData name="Karmankar Nilvana" userId="de39ea6c3e049451" providerId="LiveId" clId="{7D77E684-E57E-4CB7-84EE-307B7D2A25CD}" dt="2026-04-01T12:37:18.997" v="961" actId="1076"/>
          <ac:spMkLst>
            <pc:docMk/>
            <pc:sldMk cId="1729660903" sldId="346"/>
            <ac:spMk id="13" creationId="{AC2D2CB2-144E-7379-B0B8-4C8DED4B18F1}"/>
          </ac:spMkLst>
        </pc:spChg>
        <pc:spChg chg="add mod">
          <ac:chgData name="Karmankar Nilvana" userId="de39ea6c3e049451" providerId="LiveId" clId="{7D77E684-E57E-4CB7-84EE-307B7D2A25CD}" dt="2026-04-01T12:37:27.701" v="963" actId="5793"/>
          <ac:spMkLst>
            <pc:docMk/>
            <pc:sldMk cId="1729660903" sldId="346"/>
            <ac:spMk id="14" creationId="{5F8483D5-1B3B-286F-1AD5-5F054BA97515}"/>
          </ac:spMkLst>
        </pc:spChg>
        <pc:picChg chg="add mod ord">
          <ac:chgData name="Karmankar Nilvana" userId="de39ea6c3e049451" providerId="LiveId" clId="{7D77E684-E57E-4CB7-84EE-307B7D2A25CD}" dt="2026-04-01T12:37:41.886" v="964" actId="1076"/>
          <ac:picMkLst>
            <pc:docMk/>
            <pc:sldMk cId="1729660903" sldId="346"/>
            <ac:picMk id="6" creationId="{E49FB64D-BBDF-9DF2-02D3-A5AAA9F77F70}"/>
          </ac:picMkLst>
        </pc:picChg>
        <pc:picChg chg="add mod">
          <ac:chgData name="Karmankar Nilvana" userId="de39ea6c3e049451" providerId="LiveId" clId="{7D77E684-E57E-4CB7-84EE-307B7D2A25CD}" dt="2026-04-01T12:32:37.417" v="924" actId="1076"/>
          <ac:picMkLst>
            <pc:docMk/>
            <pc:sldMk cId="1729660903" sldId="346"/>
            <ac:picMk id="12" creationId="{78AB9D07-EC85-11CA-6286-8DAA7809C33F}"/>
          </ac:picMkLst>
        </pc:picChg>
      </pc:sldChg>
      <pc:sldChg chg="addSp modSp mod">
        <pc:chgData name="Karmankar Nilvana" userId="de39ea6c3e049451" providerId="LiveId" clId="{7D77E684-E57E-4CB7-84EE-307B7D2A25CD}" dt="2026-04-01T12:47:03.524" v="1059" actId="20577"/>
        <pc:sldMkLst>
          <pc:docMk/>
          <pc:sldMk cId="3445692945" sldId="349"/>
        </pc:sldMkLst>
        <pc:spChg chg="add mod">
          <ac:chgData name="Karmankar Nilvana" userId="de39ea6c3e049451" providerId="LiveId" clId="{7D77E684-E57E-4CB7-84EE-307B7D2A25CD}" dt="2026-04-01T12:47:03.524" v="1059" actId="20577"/>
          <ac:spMkLst>
            <pc:docMk/>
            <pc:sldMk cId="3445692945" sldId="349"/>
            <ac:spMk id="4" creationId="{B70DBBBE-8F16-C55C-DB3F-95BD283BD3FB}"/>
          </ac:spMkLst>
        </pc:spChg>
        <pc:spChg chg="mod">
          <ac:chgData name="Karmankar Nilvana" userId="de39ea6c3e049451" providerId="LiveId" clId="{7D77E684-E57E-4CB7-84EE-307B7D2A25CD}" dt="2026-04-01T12:40:51.317" v="972" actId="14100"/>
          <ac:spMkLst>
            <pc:docMk/>
            <pc:sldMk cId="3445692945" sldId="349"/>
            <ac:spMk id="8" creationId="{00000000-0000-0000-0000-000000000000}"/>
          </ac:spMkLst>
        </pc:spChg>
      </pc:sldChg>
      <pc:sldChg chg="addSp modSp mod">
        <pc:chgData name="Karmankar Nilvana" userId="de39ea6c3e049451" providerId="LiveId" clId="{7D77E684-E57E-4CB7-84EE-307B7D2A25CD}" dt="2026-04-01T12:02:06.069" v="743" actId="1076"/>
        <pc:sldMkLst>
          <pc:docMk/>
          <pc:sldMk cId="2786579017" sldId="350"/>
        </pc:sldMkLst>
        <pc:spChg chg="add">
          <ac:chgData name="Karmankar Nilvana" userId="de39ea6c3e049451" providerId="LiveId" clId="{7D77E684-E57E-4CB7-84EE-307B7D2A25CD}" dt="2026-04-01T11:41:21.157" v="719"/>
          <ac:spMkLst>
            <pc:docMk/>
            <pc:sldMk cId="2786579017" sldId="350"/>
            <ac:spMk id="6" creationId="{D2D29F4E-C292-17E6-6D97-20A62D08BF36}"/>
          </ac:spMkLst>
        </pc:spChg>
        <pc:spChg chg="add mod">
          <ac:chgData name="Karmankar Nilvana" userId="de39ea6c3e049451" providerId="LiveId" clId="{7D77E684-E57E-4CB7-84EE-307B7D2A25CD}" dt="2026-04-01T12:02:06.069" v="743" actId="1076"/>
          <ac:spMkLst>
            <pc:docMk/>
            <pc:sldMk cId="2786579017" sldId="350"/>
            <ac:spMk id="8" creationId="{96C5808A-C54D-FD0A-804F-04D7C53727BE}"/>
          </ac:spMkLst>
        </pc:spChg>
      </pc:sldChg>
      <pc:sldChg chg="modSp mod">
        <pc:chgData name="Karmankar Nilvana" userId="de39ea6c3e049451" providerId="LiveId" clId="{7D77E684-E57E-4CB7-84EE-307B7D2A25CD}" dt="2026-04-01T12:11:52.287" v="752" actId="20577"/>
        <pc:sldMkLst>
          <pc:docMk/>
          <pc:sldMk cId="3571551261" sldId="351"/>
        </pc:sldMkLst>
        <pc:spChg chg="mod">
          <ac:chgData name="Karmankar Nilvana" userId="de39ea6c3e049451" providerId="LiveId" clId="{7D77E684-E57E-4CB7-84EE-307B7D2A25CD}" dt="2026-04-01T12:11:52.287" v="752" actId="20577"/>
          <ac:spMkLst>
            <pc:docMk/>
            <pc:sldMk cId="3571551261" sldId="351"/>
            <ac:spMk id="4" creationId="{6CE7D5AF-E7FA-CA07-9D90-D8FD812F3F68}"/>
          </ac:spMkLst>
        </pc:spChg>
      </pc:sldChg>
      <pc:sldChg chg="del">
        <pc:chgData name="Karmankar Nilvana" userId="de39ea6c3e049451" providerId="LiveId" clId="{7D77E684-E57E-4CB7-84EE-307B7D2A25CD}" dt="2026-04-01T12:47:21.801" v="1060" actId="47"/>
        <pc:sldMkLst>
          <pc:docMk/>
          <pc:sldMk cId="2395761429" sldId="35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4/1/2026</a:t>
            </a:fld>
            <a:endParaRPr lang="en-US"/>
          </a:p>
        </p:txBody>
      </p:sp>
      <p:sp>
        <p:nvSpPr>
          <p:cNvPr id="4" name="Footer Placeholder 3">
            <a:extLst>
              <a:ext uri="{FF2B5EF4-FFF2-40B4-BE49-F238E27FC236}">
                <a16:creationId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4/1/2026</a:t>
            </a:fld>
            <a:endParaRPr lang="en-US"/>
          </a:p>
        </p:txBody>
      </p:sp>
      <p:sp>
        <p:nvSpPr>
          <p:cNvPr id="4" name="Slide Image Placeholder 3">
            <a:extLst>
              <a:ext uri="{FF2B5EF4-FFF2-40B4-BE49-F238E27FC236}">
                <a16:creationId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39" name="Notes Placeholder 2">
            <a:extLst>
              <a:ext uri="{FF2B5EF4-FFF2-40B4-BE49-F238E27FC236}">
                <a16:creationId xmlns:a16="http://schemas.microsoft.com/office/drawing/2014/main" id="{63985331-A8BE-46A9-BEEC-B969CF2C8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p14="http://schemas.microsoft.com/office/powerpoint/2010/main" val="3555533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5</a:t>
            </a:fld>
            <a:endParaRPr lang="en-US" altLang="en-US"/>
          </a:p>
        </p:txBody>
      </p:sp>
    </p:spTree>
    <p:extLst>
      <p:ext uri="{BB962C8B-B14F-4D97-AF65-F5344CB8AC3E}">
        <p14:creationId xmlns:p14="http://schemas.microsoft.com/office/powerpoint/2010/main" val="2229678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6</a:t>
            </a:fld>
            <a:endParaRPr lang="en-US" altLang="en-US"/>
          </a:p>
        </p:txBody>
      </p:sp>
    </p:spTree>
    <p:extLst>
      <p:ext uri="{BB962C8B-B14F-4D97-AF65-F5344CB8AC3E}">
        <p14:creationId xmlns:p14="http://schemas.microsoft.com/office/powerpoint/2010/main" val="610534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780920D-B6AE-44B7-A614-3E19FD85E578}"/>
              </a:ext>
            </a:extLst>
          </p:cNvPr>
          <p:cNvSpPr>
            <a:spLocks noGrp="1"/>
          </p:cNvSpPr>
          <p:nvPr>
            <p:ph type="dt" sz="half" idx="10"/>
          </p:nvPr>
        </p:nvSpPr>
        <p:spPr/>
        <p:txBody>
          <a:bodyPr/>
          <a:lstStyle>
            <a:lvl1pPr>
              <a:defRPr/>
            </a:lvl1pPr>
          </a:lstStyle>
          <a:p>
            <a:pPr>
              <a:defRPr/>
            </a:pPr>
            <a:fld id="{2685013B-3371-48FC-9407-F92BD42A5CA9}" type="datetime1">
              <a:rPr lang="en-US"/>
              <a:pPr>
                <a:defRPr/>
              </a:pPr>
              <a:t>4/1/2026</a:t>
            </a:fld>
            <a:endParaRPr lang="en-US"/>
          </a:p>
        </p:txBody>
      </p:sp>
      <p:sp>
        <p:nvSpPr>
          <p:cNvPr id="5" name="Footer Placeholder 4">
            <a:extLst>
              <a:ext uri="{FF2B5EF4-FFF2-40B4-BE49-F238E27FC236}">
                <a16:creationId xmlns:a16="http://schemas.microsoft.com/office/drawing/2014/main" id="{E3FADB77-829A-477C-9C0C-151A5096E0BA}"/>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5539F79D-D26C-4B9A-9720-48C3725EFBFE}"/>
              </a:ext>
            </a:extLst>
          </p:cNvPr>
          <p:cNvSpPr>
            <a:spLocks noGrp="1"/>
          </p:cNvSpPr>
          <p:nvPr>
            <p:ph type="sldNum" sz="quarter" idx="12"/>
          </p:nvPr>
        </p:nvSpPr>
        <p:spPr/>
        <p:txBody>
          <a:bodyPr/>
          <a:lstStyle>
            <a:lvl1pPr>
              <a:defRPr/>
            </a:lvl1pPr>
          </a:lstStyle>
          <a:p>
            <a:fld id="{381673AE-CDED-468E-9E60-13F9774D8EF6}" type="slidenum">
              <a:rPr lang="en-US" altLang="en-US"/>
              <a:pPr/>
              <a:t>‹#›</a:t>
            </a:fld>
            <a:endParaRPr lang="en-US" altLang="en-US"/>
          </a:p>
        </p:txBody>
      </p:sp>
    </p:spTree>
    <p:extLst>
      <p:ext uri="{BB962C8B-B14F-4D97-AF65-F5344CB8AC3E}">
        <p14:creationId xmlns:p14="http://schemas.microsoft.com/office/powerpoint/2010/main" val="121253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E68E3-5E88-4FA2-8C26-450DBAD826DA}"/>
              </a:ext>
            </a:extLst>
          </p:cNvPr>
          <p:cNvSpPr>
            <a:spLocks noGrp="1"/>
          </p:cNvSpPr>
          <p:nvPr>
            <p:ph type="dt" sz="half" idx="10"/>
          </p:nvPr>
        </p:nvSpPr>
        <p:spPr/>
        <p:txBody>
          <a:bodyPr/>
          <a:lstStyle>
            <a:lvl1pPr>
              <a:defRPr/>
            </a:lvl1pPr>
          </a:lstStyle>
          <a:p>
            <a:pPr>
              <a:defRPr/>
            </a:pPr>
            <a:fld id="{BDE8CA06-C0FA-4A35-B9BF-5CBFE5CB9336}" type="datetime1">
              <a:rPr lang="en-US"/>
              <a:pPr>
                <a:defRPr/>
              </a:pPr>
              <a:t>4/1/2026</a:t>
            </a:fld>
            <a:endParaRPr lang="en-US"/>
          </a:p>
        </p:txBody>
      </p:sp>
      <p:sp>
        <p:nvSpPr>
          <p:cNvPr id="5" name="Footer Placeholder 4">
            <a:extLst>
              <a:ext uri="{FF2B5EF4-FFF2-40B4-BE49-F238E27FC236}">
                <a16:creationId xmlns:a16="http://schemas.microsoft.com/office/drawing/2014/main" id="{B6E4CD55-6E4A-4A63-98EF-FA743743FE7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B50F5683-DEE8-45FB-8DAD-B25D6E885B1A}"/>
              </a:ext>
            </a:extLst>
          </p:cNvPr>
          <p:cNvSpPr>
            <a:spLocks noGrp="1"/>
          </p:cNvSpPr>
          <p:nvPr>
            <p:ph type="sldNum" sz="quarter" idx="12"/>
          </p:nvPr>
        </p:nvSpPr>
        <p:spPr/>
        <p:txBody>
          <a:bodyPr/>
          <a:lstStyle>
            <a:lvl1pPr>
              <a:defRPr/>
            </a:lvl1pPr>
          </a:lstStyle>
          <a:p>
            <a:fld id="{E021BEF2-95F5-417E-9097-980329164CCD}" type="slidenum">
              <a:rPr lang="en-US" altLang="en-US"/>
              <a:pPr/>
              <a:t>‹#›</a:t>
            </a:fld>
            <a:endParaRPr lang="en-US" altLang="en-US"/>
          </a:p>
        </p:txBody>
      </p:sp>
    </p:spTree>
    <p:extLst>
      <p:ext uri="{BB962C8B-B14F-4D97-AF65-F5344CB8AC3E}">
        <p14:creationId xmlns:p14="http://schemas.microsoft.com/office/powerpoint/2010/main" val="317374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0D9E7-0515-400A-86E2-F96F6242C88C}"/>
              </a:ext>
            </a:extLst>
          </p:cNvPr>
          <p:cNvSpPr>
            <a:spLocks noGrp="1"/>
          </p:cNvSpPr>
          <p:nvPr>
            <p:ph type="dt" sz="half" idx="10"/>
          </p:nvPr>
        </p:nvSpPr>
        <p:spPr/>
        <p:txBody>
          <a:bodyPr/>
          <a:lstStyle>
            <a:lvl1pPr>
              <a:defRPr/>
            </a:lvl1pPr>
          </a:lstStyle>
          <a:p>
            <a:pPr>
              <a:defRPr/>
            </a:pPr>
            <a:fld id="{EDBE9779-8E71-4A34-ACDD-8BB13DEE2332}" type="datetime1">
              <a:rPr lang="en-US"/>
              <a:pPr>
                <a:defRPr/>
              </a:pPr>
              <a:t>4/1/2026</a:t>
            </a:fld>
            <a:endParaRPr lang="en-US"/>
          </a:p>
        </p:txBody>
      </p:sp>
      <p:sp>
        <p:nvSpPr>
          <p:cNvPr id="5" name="Footer Placeholder 4">
            <a:extLst>
              <a:ext uri="{FF2B5EF4-FFF2-40B4-BE49-F238E27FC236}">
                <a16:creationId xmlns:a16="http://schemas.microsoft.com/office/drawing/2014/main" id="{1ECE256D-C27A-4160-9DB1-FF5E7864C41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176E034D-8222-48D3-89D9-7CEBFB7D4DA3}"/>
              </a:ext>
            </a:extLst>
          </p:cNvPr>
          <p:cNvSpPr>
            <a:spLocks noGrp="1"/>
          </p:cNvSpPr>
          <p:nvPr>
            <p:ph type="sldNum" sz="quarter" idx="12"/>
          </p:nvPr>
        </p:nvSpPr>
        <p:spPr/>
        <p:txBody>
          <a:bodyPr/>
          <a:lstStyle>
            <a:lvl1pPr>
              <a:defRPr/>
            </a:lvl1pPr>
          </a:lstStyle>
          <a:p>
            <a:fld id="{B887B5C6-F485-457A-88E2-FF928EC41EA4}" type="slidenum">
              <a:rPr lang="en-US" altLang="en-US"/>
              <a:pPr/>
              <a:t>‹#›</a:t>
            </a:fld>
            <a:endParaRPr lang="en-US" altLang="en-US"/>
          </a:p>
        </p:txBody>
      </p:sp>
    </p:spTree>
    <p:extLst>
      <p:ext uri="{BB962C8B-B14F-4D97-AF65-F5344CB8AC3E}">
        <p14:creationId xmlns:p14="http://schemas.microsoft.com/office/powerpoint/2010/main" val="114574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62788E1-6A09-47B5-BC67-57CE1B8E32B4}"/>
              </a:ext>
            </a:extLst>
          </p:cNvPr>
          <p:cNvSpPr>
            <a:spLocks noGrp="1"/>
          </p:cNvSpPr>
          <p:nvPr>
            <p:ph type="dt" sz="half" idx="10"/>
          </p:nvPr>
        </p:nvSpPr>
        <p:spPr/>
        <p:txBody>
          <a:bodyPr/>
          <a:lstStyle>
            <a:lvl1pPr>
              <a:defRPr/>
            </a:lvl1pPr>
          </a:lstStyle>
          <a:p>
            <a:pPr>
              <a:defRPr/>
            </a:pPr>
            <a:fld id="{0C4B0931-B853-4338-857D-EC51455FBAEA}" type="datetime1">
              <a:rPr lang="en-US"/>
              <a:pPr>
                <a:defRPr/>
              </a:pPr>
              <a:t>4/1/2026</a:t>
            </a:fld>
            <a:endParaRPr lang="en-US"/>
          </a:p>
        </p:txBody>
      </p:sp>
      <p:sp>
        <p:nvSpPr>
          <p:cNvPr id="6" name="Footer Placeholder 4">
            <a:extLst>
              <a:ext uri="{FF2B5EF4-FFF2-40B4-BE49-F238E27FC236}">
                <a16:creationId xmlns:a16="http://schemas.microsoft.com/office/drawing/2014/main" id="{56718E1B-2187-4A00-8130-FF0CCF1858D1}"/>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B829CFF-BC30-4A03-9C08-2E85922F62BF}"/>
              </a:ext>
            </a:extLst>
          </p:cNvPr>
          <p:cNvSpPr>
            <a:spLocks noGrp="1"/>
          </p:cNvSpPr>
          <p:nvPr>
            <p:ph type="sldNum" sz="quarter" idx="12"/>
          </p:nvPr>
        </p:nvSpPr>
        <p:spPr/>
        <p:txBody>
          <a:bodyPr/>
          <a:lstStyle>
            <a:lvl1pPr>
              <a:defRPr/>
            </a:lvl1pPr>
          </a:lstStyle>
          <a:p>
            <a:fld id="{6430785C-3C3F-4D72-B6E5-E6D38F555861}" type="slidenum">
              <a:rPr lang="en-US" altLang="en-US"/>
              <a:pPr/>
              <a:t>‹#›</a:t>
            </a:fld>
            <a:endParaRPr lang="en-US" altLang="en-US"/>
          </a:p>
        </p:txBody>
      </p:sp>
    </p:spTree>
    <p:extLst>
      <p:ext uri="{BB962C8B-B14F-4D97-AF65-F5344CB8AC3E}">
        <p14:creationId xmlns:p14="http://schemas.microsoft.com/office/powerpoint/2010/main" val="290318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A1461F9-281D-4D2B-9EF4-0961D9F5ACAD}"/>
              </a:ext>
            </a:extLst>
          </p:cNvPr>
          <p:cNvSpPr>
            <a:spLocks noGrp="1"/>
          </p:cNvSpPr>
          <p:nvPr>
            <p:ph type="dt" sz="half" idx="10"/>
          </p:nvPr>
        </p:nvSpPr>
        <p:spPr/>
        <p:txBody>
          <a:bodyPr/>
          <a:lstStyle>
            <a:lvl1pPr>
              <a:defRPr/>
            </a:lvl1pPr>
          </a:lstStyle>
          <a:p>
            <a:pPr>
              <a:defRPr/>
            </a:pPr>
            <a:fld id="{D9F35988-ABC1-47B4-8337-180F809C6E04}" type="datetime1">
              <a:rPr lang="en-US"/>
              <a:pPr>
                <a:defRPr/>
              </a:pPr>
              <a:t>4/1/2026</a:t>
            </a:fld>
            <a:endParaRPr lang="en-US"/>
          </a:p>
        </p:txBody>
      </p:sp>
      <p:sp>
        <p:nvSpPr>
          <p:cNvPr id="8" name="Footer Placeholder 4">
            <a:extLst>
              <a:ext uri="{FF2B5EF4-FFF2-40B4-BE49-F238E27FC236}">
                <a16:creationId xmlns:a16="http://schemas.microsoft.com/office/drawing/2014/main" id="{32E3E607-E774-4F71-ACBB-FE851B9432E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9" name="Slide Number Placeholder 5">
            <a:extLst>
              <a:ext uri="{FF2B5EF4-FFF2-40B4-BE49-F238E27FC236}">
                <a16:creationId xmlns:a16="http://schemas.microsoft.com/office/drawing/2014/main" id="{E4CFFD8A-7C08-446F-B45D-132D79B6B82E}"/>
              </a:ext>
            </a:extLst>
          </p:cNvPr>
          <p:cNvSpPr>
            <a:spLocks noGrp="1"/>
          </p:cNvSpPr>
          <p:nvPr>
            <p:ph type="sldNum" sz="quarter" idx="12"/>
          </p:nvPr>
        </p:nvSpPr>
        <p:spPr/>
        <p:txBody>
          <a:bodyPr/>
          <a:lstStyle>
            <a:lvl1pPr>
              <a:defRPr/>
            </a:lvl1pPr>
          </a:lstStyle>
          <a:p>
            <a:fld id="{B998D808-031B-4F6F-A439-4ABFE2BF389D}" type="slidenum">
              <a:rPr lang="en-US" altLang="en-US"/>
              <a:pPr/>
              <a:t>‹#›</a:t>
            </a:fld>
            <a:endParaRPr lang="en-US" altLang="en-US"/>
          </a:p>
        </p:txBody>
      </p:sp>
    </p:spTree>
    <p:extLst>
      <p:ext uri="{BB962C8B-B14F-4D97-AF65-F5344CB8AC3E}">
        <p14:creationId xmlns:p14="http://schemas.microsoft.com/office/powerpoint/2010/main" val="218817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FECACAB-8F93-4899-AD13-62CA490A57C8}"/>
              </a:ext>
            </a:extLst>
          </p:cNvPr>
          <p:cNvSpPr>
            <a:spLocks noGrp="1"/>
          </p:cNvSpPr>
          <p:nvPr>
            <p:ph type="dt" sz="half" idx="10"/>
          </p:nvPr>
        </p:nvSpPr>
        <p:spPr/>
        <p:txBody>
          <a:bodyPr/>
          <a:lstStyle>
            <a:lvl1pPr>
              <a:defRPr/>
            </a:lvl1pPr>
          </a:lstStyle>
          <a:p>
            <a:pPr>
              <a:defRPr/>
            </a:pPr>
            <a:fld id="{7DDF58F0-0B71-4C0D-BBA6-85074C846FE6}" type="datetime1">
              <a:rPr lang="en-US"/>
              <a:pPr>
                <a:defRPr/>
              </a:pPr>
              <a:t>4/1/2026</a:t>
            </a:fld>
            <a:endParaRPr lang="en-US"/>
          </a:p>
        </p:txBody>
      </p:sp>
      <p:sp>
        <p:nvSpPr>
          <p:cNvPr id="4" name="Footer Placeholder 4">
            <a:extLst>
              <a:ext uri="{FF2B5EF4-FFF2-40B4-BE49-F238E27FC236}">
                <a16:creationId xmlns:a16="http://schemas.microsoft.com/office/drawing/2014/main" id="{446160C0-EE48-4D0E-A5AB-28501651FCE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5" name="Slide Number Placeholder 5">
            <a:extLst>
              <a:ext uri="{FF2B5EF4-FFF2-40B4-BE49-F238E27FC236}">
                <a16:creationId xmlns:a16="http://schemas.microsoft.com/office/drawing/2014/main" id="{DAD730CE-7954-4549-BAAE-6B545D3EC856}"/>
              </a:ext>
            </a:extLst>
          </p:cNvPr>
          <p:cNvSpPr>
            <a:spLocks noGrp="1"/>
          </p:cNvSpPr>
          <p:nvPr>
            <p:ph type="sldNum" sz="quarter" idx="12"/>
          </p:nvPr>
        </p:nvSpPr>
        <p:spPr/>
        <p:txBody>
          <a:bodyPr/>
          <a:lstStyle>
            <a:lvl1pPr>
              <a:defRPr/>
            </a:lvl1pPr>
          </a:lstStyle>
          <a:p>
            <a:fld id="{81B35500-9D2C-47A3-BF87-3935A794A65A}" type="slidenum">
              <a:rPr lang="en-US" altLang="en-US"/>
              <a:pPr/>
              <a:t>‹#›</a:t>
            </a:fld>
            <a:endParaRPr lang="en-US" altLang="en-US"/>
          </a:p>
        </p:txBody>
      </p:sp>
    </p:spTree>
    <p:extLst>
      <p:ext uri="{BB962C8B-B14F-4D97-AF65-F5344CB8AC3E}">
        <p14:creationId xmlns:p14="http://schemas.microsoft.com/office/powerpoint/2010/main" val="206030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7E62CF2-CD3F-46A2-8A14-8052FB3F979E}"/>
              </a:ext>
            </a:extLst>
          </p:cNvPr>
          <p:cNvSpPr>
            <a:spLocks noGrp="1"/>
          </p:cNvSpPr>
          <p:nvPr>
            <p:ph type="dt" sz="half" idx="10"/>
          </p:nvPr>
        </p:nvSpPr>
        <p:spPr/>
        <p:txBody>
          <a:bodyPr/>
          <a:lstStyle>
            <a:lvl1pPr>
              <a:defRPr/>
            </a:lvl1pPr>
          </a:lstStyle>
          <a:p>
            <a:pPr>
              <a:defRPr/>
            </a:pPr>
            <a:fld id="{3433D11A-F1DE-4A50-95C9-D10180535CA0}" type="datetime1">
              <a:rPr lang="en-US"/>
              <a:pPr>
                <a:defRPr/>
              </a:pPr>
              <a:t>4/1/2026</a:t>
            </a:fld>
            <a:endParaRPr lang="en-US"/>
          </a:p>
        </p:txBody>
      </p:sp>
      <p:sp>
        <p:nvSpPr>
          <p:cNvPr id="3" name="Footer Placeholder 4">
            <a:extLst>
              <a:ext uri="{FF2B5EF4-FFF2-40B4-BE49-F238E27FC236}">
                <a16:creationId xmlns:a16="http://schemas.microsoft.com/office/drawing/2014/main" id="{641D14B1-D7C1-4357-B6C5-D6BDF3D8AE8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4" name="Slide Number Placeholder 5">
            <a:extLst>
              <a:ext uri="{FF2B5EF4-FFF2-40B4-BE49-F238E27FC236}">
                <a16:creationId xmlns:a16="http://schemas.microsoft.com/office/drawing/2014/main" id="{61A949BD-68C3-4EEF-B906-09FE3440E3FE}"/>
              </a:ext>
            </a:extLst>
          </p:cNvPr>
          <p:cNvSpPr>
            <a:spLocks noGrp="1"/>
          </p:cNvSpPr>
          <p:nvPr>
            <p:ph type="sldNum" sz="quarter" idx="12"/>
          </p:nvPr>
        </p:nvSpPr>
        <p:spPr/>
        <p:txBody>
          <a:bodyPr/>
          <a:lstStyle>
            <a:lvl1pPr>
              <a:defRPr/>
            </a:lvl1pPr>
          </a:lstStyle>
          <a:p>
            <a:fld id="{D1610838-7400-411B-B689-2F6C35481D0C}" type="slidenum">
              <a:rPr lang="en-US" altLang="en-US"/>
              <a:pPr/>
              <a:t>‹#›</a:t>
            </a:fld>
            <a:endParaRPr lang="en-US" altLang="en-US"/>
          </a:p>
        </p:txBody>
      </p:sp>
    </p:spTree>
    <p:extLst>
      <p:ext uri="{BB962C8B-B14F-4D97-AF65-F5344CB8AC3E}">
        <p14:creationId xmlns:p14="http://schemas.microsoft.com/office/powerpoint/2010/main" val="166312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B26A4A-8706-4957-968A-429659FA63B9}"/>
              </a:ext>
            </a:extLst>
          </p:cNvPr>
          <p:cNvSpPr>
            <a:spLocks noGrp="1"/>
          </p:cNvSpPr>
          <p:nvPr>
            <p:ph type="dt" sz="half" idx="10"/>
          </p:nvPr>
        </p:nvSpPr>
        <p:spPr/>
        <p:txBody>
          <a:bodyPr/>
          <a:lstStyle>
            <a:lvl1pPr>
              <a:defRPr/>
            </a:lvl1pPr>
          </a:lstStyle>
          <a:p>
            <a:pPr>
              <a:defRPr/>
            </a:pPr>
            <a:fld id="{76D890D1-ADAD-4367-ADA2-AFAFF9F81D11}" type="datetime1">
              <a:rPr lang="en-US"/>
              <a:pPr>
                <a:defRPr/>
              </a:pPr>
              <a:t>4/1/2026</a:t>
            </a:fld>
            <a:endParaRPr lang="en-US"/>
          </a:p>
        </p:txBody>
      </p:sp>
      <p:sp>
        <p:nvSpPr>
          <p:cNvPr id="6" name="Footer Placeholder 4">
            <a:extLst>
              <a:ext uri="{FF2B5EF4-FFF2-40B4-BE49-F238E27FC236}">
                <a16:creationId xmlns:a16="http://schemas.microsoft.com/office/drawing/2014/main" id="{10A2F1D4-1189-48DE-BA98-325CD9C257C4}"/>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C7986B66-2394-42B1-9BDE-35C177A62693}"/>
              </a:ext>
            </a:extLst>
          </p:cNvPr>
          <p:cNvSpPr>
            <a:spLocks noGrp="1"/>
          </p:cNvSpPr>
          <p:nvPr>
            <p:ph type="sldNum" sz="quarter" idx="12"/>
          </p:nvPr>
        </p:nvSpPr>
        <p:spPr/>
        <p:txBody>
          <a:bodyPr/>
          <a:lstStyle>
            <a:lvl1pPr>
              <a:defRPr/>
            </a:lvl1pPr>
          </a:lstStyle>
          <a:p>
            <a:fld id="{5FEEDBB8-2F2A-4E69-B4E6-C45A1A219323}" type="slidenum">
              <a:rPr lang="en-US" altLang="en-US"/>
              <a:pPr/>
              <a:t>‹#›</a:t>
            </a:fld>
            <a:endParaRPr lang="en-US" altLang="en-US"/>
          </a:p>
        </p:txBody>
      </p:sp>
    </p:spTree>
    <p:extLst>
      <p:ext uri="{BB962C8B-B14F-4D97-AF65-F5344CB8AC3E}">
        <p14:creationId xmlns:p14="http://schemas.microsoft.com/office/powerpoint/2010/main" val="39522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3A3A19-677F-46D0-8327-737A4396EFCE}"/>
              </a:ext>
            </a:extLst>
          </p:cNvPr>
          <p:cNvSpPr>
            <a:spLocks noGrp="1"/>
          </p:cNvSpPr>
          <p:nvPr>
            <p:ph type="dt" sz="half" idx="10"/>
          </p:nvPr>
        </p:nvSpPr>
        <p:spPr/>
        <p:txBody>
          <a:bodyPr/>
          <a:lstStyle>
            <a:lvl1pPr>
              <a:defRPr/>
            </a:lvl1pPr>
          </a:lstStyle>
          <a:p>
            <a:pPr>
              <a:defRPr/>
            </a:pPr>
            <a:fld id="{393651B4-9843-45AB-8E22-71543FB46DA2}" type="datetime1">
              <a:rPr lang="en-US"/>
              <a:pPr>
                <a:defRPr/>
              </a:pPr>
              <a:t>4/1/2026</a:t>
            </a:fld>
            <a:endParaRPr lang="en-US"/>
          </a:p>
        </p:txBody>
      </p:sp>
      <p:sp>
        <p:nvSpPr>
          <p:cNvPr id="6" name="Footer Placeholder 4">
            <a:extLst>
              <a:ext uri="{FF2B5EF4-FFF2-40B4-BE49-F238E27FC236}">
                <a16:creationId xmlns:a16="http://schemas.microsoft.com/office/drawing/2014/main" id="{EEC761C7-6D46-45C5-A06E-1C9467DF57EB}"/>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25F70F5-D8D2-4E99-B0E5-DC927F25456F}"/>
              </a:ext>
            </a:extLst>
          </p:cNvPr>
          <p:cNvSpPr>
            <a:spLocks noGrp="1"/>
          </p:cNvSpPr>
          <p:nvPr>
            <p:ph type="sldNum" sz="quarter" idx="12"/>
          </p:nvPr>
        </p:nvSpPr>
        <p:spPr/>
        <p:txBody>
          <a:bodyPr/>
          <a:lstStyle>
            <a:lvl1pPr>
              <a:defRPr/>
            </a:lvl1pPr>
          </a:lstStyle>
          <a:p>
            <a:fld id="{46600780-8261-4F2C-8AB1-4FC7C46475CB}" type="slidenum">
              <a:rPr lang="en-US" altLang="en-US"/>
              <a:pPr/>
              <a:t>‹#›</a:t>
            </a:fld>
            <a:endParaRPr lang="en-US" altLang="en-US"/>
          </a:p>
        </p:txBody>
      </p:sp>
    </p:spTree>
    <p:extLst>
      <p:ext uri="{BB962C8B-B14F-4D97-AF65-F5344CB8AC3E}">
        <p14:creationId xmlns:p14="http://schemas.microsoft.com/office/powerpoint/2010/main" val="108431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8DC88-AE01-4CAA-9020-B90D8607B756}"/>
              </a:ext>
            </a:extLst>
          </p:cNvPr>
          <p:cNvSpPr>
            <a:spLocks noGrp="1"/>
          </p:cNvSpPr>
          <p:nvPr>
            <p:ph type="dt" sz="half" idx="10"/>
          </p:nvPr>
        </p:nvSpPr>
        <p:spPr/>
        <p:txBody>
          <a:bodyPr/>
          <a:lstStyle>
            <a:lvl1pPr>
              <a:defRPr/>
            </a:lvl1pPr>
          </a:lstStyle>
          <a:p>
            <a:pPr>
              <a:defRPr/>
            </a:pPr>
            <a:fld id="{4394FE15-DD9A-40C6-9AF8-2CF0E2DC9FED}" type="datetime1">
              <a:rPr lang="en-US"/>
              <a:pPr>
                <a:defRPr/>
              </a:pPr>
              <a:t>4/1/2026</a:t>
            </a:fld>
            <a:endParaRPr lang="en-US"/>
          </a:p>
        </p:txBody>
      </p:sp>
      <p:sp>
        <p:nvSpPr>
          <p:cNvPr id="5" name="Footer Placeholder 4">
            <a:extLst>
              <a:ext uri="{FF2B5EF4-FFF2-40B4-BE49-F238E27FC236}">
                <a16:creationId xmlns:a16="http://schemas.microsoft.com/office/drawing/2014/main" id="{25D2C5CF-6CAA-4307-B6A8-DF54D826BCC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724552A0-9D79-48E4-B25F-688BC1867D0D}"/>
              </a:ext>
            </a:extLst>
          </p:cNvPr>
          <p:cNvSpPr>
            <a:spLocks noGrp="1"/>
          </p:cNvSpPr>
          <p:nvPr>
            <p:ph type="sldNum" sz="quarter" idx="12"/>
          </p:nvPr>
        </p:nvSpPr>
        <p:spPr/>
        <p:txBody>
          <a:bodyPr/>
          <a:lstStyle>
            <a:lvl1pPr>
              <a:defRPr/>
            </a:lvl1pPr>
          </a:lstStyle>
          <a:p>
            <a:fld id="{2A26A04B-D0EF-4595-87CA-07FE647A1A75}" type="slidenum">
              <a:rPr lang="en-US" altLang="en-US"/>
              <a:pPr/>
              <a:t>‹#›</a:t>
            </a:fld>
            <a:endParaRPr lang="en-US" altLang="en-US"/>
          </a:p>
        </p:txBody>
      </p:sp>
    </p:spTree>
    <p:extLst>
      <p:ext uri="{BB962C8B-B14F-4D97-AF65-F5344CB8AC3E}">
        <p14:creationId xmlns:p14="http://schemas.microsoft.com/office/powerpoint/2010/main" val="9700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6813-D725-49F2-945C-CCAB9D2A95D0}"/>
              </a:ext>
            </a:extLst>
          </p:cNvPr>
          <p:cNvSpPr>
            <a:spLocks noGrp="1"/>
          </p:cNvSpPr>
          <p:nvPr>
            <p:ph type="dt" sz="half" idx="10"/>
          </p:nvPr>
        </p:nvSpPr>
        <p:spPr/>
        <p:txBody>
          <a:bodyPr/>
          <a:lstStyle>
            <a:lvl1pPr>
              <a:defRPr/>
            </a:lvl1pPr>
          </a:lstStyle>
          <a:p>
            <a:pPr>
              <a:defRPr/>
            </a:pPr>
            <a:fld id="{370FD5AE-DF06-40E8-B10A-A7E8871D9706}" type="datetime1">
              <a:rPr lang="en-US"/>
              <a:pPr>
                <a:defRPr/>
              </a:pPr>
              <a:t>4/1/2026</a:t>
            </a:fld>
            <a:endParaRPr lang="en-US"/>
          </a:p>
        </p:txBody>
      </p:sp>
      <p:sp>
        <p:nvSpPr>
          <p:cNvPr id="5" name="Footer Placeholder 4">
            <a:extLst>
              <a:ext uri="{FF2B5EF4-FFF2-40B4-BE49-F238E27FC236}">
                <a16:creationId xmlns:a16="http://schemas.microsoft.com/office/drawing/2014/main" id="{041B94B4-C37D-4CF1-B803-70ECE9F9804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84CB5775-0DF8-430A-981E-D9F890F1E727}"/>
              </a:ext>
            </a:extLst>
          </p:cNvPr>
          <p:cNvSpPr>
            <a:spLocks noGrp="1"/>
          </p:cNvSpPr>
          <p:nvPr>
            <p:ph type="sldNum" sz="quarter" idx="12"/>
          </p:nvPr>
        </p:nvSpPr>
        <p:spPr/>
        <p:txBody>
          <a:bodyPr/>
          <a:lstStyle>
            <a:lvl1pPr>
              <a:defRPr/>
            </a:lvl1pPr>
          </a:lstStyle>
          <a:p>
            <a:fld id="{79B4311E-D5F2-40A4-B2D6-DDC2AFD86103}" type="slidenum">
              <a:rPr lang="en-US" altLang="en-US"/>
              <a:pPr/>
              <a:t>‹#›</a:t>
            </a:fld>
            <a:endParaRPr lang="en-US" altLang="en-US"/>
          </a:p>
        </p:txBody>
      </p:sp>
    </p:spTree>
    <p:extLst>
      <p:ext uri="{BB962C8B-B14F-4D97-AF65-F5344CB8AC3E}">
        <p14:creationId xmlns:p14="http://schemas.microsoft.com/office/powerpoint/2010/main" val="165642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DCBFCD-ADA5-49D9-8EC2-C25B2ED55B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11E7B0C-3D44-4CB9-82E9-732D3B5E65E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830E18-6B0F-4561-A8EC-664E8249DE8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6A74232-FC8A-49F8-80E8-B50A0BA80DF4}" type="datetime1">
              <a:rPr lang="en-US"/>
              <a:pPr>
                <a:defRPr/>
              </a:pPr>
              <a:t>4/1/2026</a:t>
            </a:fld>
            <a:endParaRPr lang="en-US"/>
          </a:p>
        </p:txBody>
      </p:sp>
      <p:sp>
        <p:nvSpPr>
          <p:cNvPr id="5" name="Footer Placeholder 4">
            <a:extLst>
              <a:ext uri="{FF2B5EF4-FFF2-40B4-BE49-F238E27FC236}">
                <a16:creationId xmlns:a16="http://schemas.microsoft.com/office/drawing/2014/main" id="{2A8380AF-395F-446F-B527-ECA9916A96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2E7C784E-7B42-4220-A301-963093C40A6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E04AAF9-47BF-4F68-B79A-2D00C1CD1B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133BE8-A87E-4DBC-98E8-2FD6622AA548}"/>
              </a:ext>
            </a:extLst>
          </p:cNvPr>
          <p:cNvSpPr txBox="1">
            <a:spLocks/>
          </p:cNvSpPr>
          <p:nvPr/>
        </p:nvSpPr>
        <p:spPr>
          <a:xfrm>
            <a:off x="152400" y="177230"/>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a16="http://schemas.microsoft.com/office/drawing/2014/main" id="{D9B2990C-D7A3-4312-BBC7-CC2452B79ECF}"/>
              </a:ext>
            </a:extLst>
          </p:cNvPr>
          <p:cNvSpPr>
            <a:spLocks noGrp="1"/>
          </p:cNvSpPr>
          <p:nvPr>
            <p:ph type="ctrTitle"/>
          </p:nvPr>
        </p:nvSpPr>
        <p:spPr>
          <a:xfrm>
            <a:off x="920869" y="913787"/>
            <a:ext cx="7315200" cy="838200"/>
          </a:xfrm>
        </p:spPr>
        <p:txBody>
          <a:bodyPr rtlCol="0">
            <a:normAutofit fontScale="90000"/>
          </a:bodyPr>
          <a:lstStyle/>
          <a:p>
            <a:pPr fontAlgn="auto">
              <a:spcAft>
                <a:spcPts val="0"/>
              </a:spcAft>
              <a:defRPr/>
            </a:pPr>
            <a:r>
              <a:rPr lang="en-US" sz="3600" b="1" dirty="0"/>
              <a:t>   </a:t>
            </a:r>
            <a:br>
              <a:rPr lang="en-US" sz="2400" dirty="0"/>
            </a:br>
            <a:r>
              <a:rPr lang="en-US" sz="2400" b="1" dirty="0">
                <a:solidFill>
                  <a:srgbClr val="FF0000"/>
                </a:solidFill>
              </a:rPr>
              <a:t>DEPARTMENT OF COMPUTER SCIENCE AND ENGINEERING </a:t>
            </a:r>
            <a:br>
              <a:rPr lang="en-US" sz="2400" b="1" dirty="0"/>
            </a:br>
            <a:endParaRPr lang="en-US" sz="3600" b="1" dirty="0"/>
          </a:p>
        </p:txBody>
      </p:sp>
      <p:sp>
        <p:nvSpPr>
          <p:cNvPr id="7" name="Subtitle 2">
            <a:extLst>
              <a:ext uri="{FF2B5EF4-FFF2-40B4-BE49-F238E27FC236}">
                <a16:creationId xmlns:a16="http://schemas.microsoft.com/office/drawing/2014/main" id="{81E9BB19-E97E-45D3-BB72-E34CC7BF07BD}"/>
              </a:ext>
            </a:extLst>
          </p:cNvPr>
          <p:cNvSpPr txBox="1">
            <a:spLocks/>
          </p:cNvSpPr>
          <p:nvPr/>
        </p:nvSpPr>
        <p:spPr>
          <a:xfrm>
            <a:off x="228600" y="51816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77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a:solidFill>
                  <a:srgbClr val="002060"/>
                </a:solidFill>
                <a:cs typeface="Calibri"/>
              </a:rPr>
              <a:t>Mr. Nagashetty B Kolar</a:t>
            </a:r>
          </a:p>
          <a:p>
            <a:pPr algn="ctr" fontAlgn="auto">
              <a:spcBef>
                <a:spcPct val="20000"/>
              </a:spcBef>
              <a:spcAft>
                <a:spcPts val="0"/>
              </a:spcAft>
              <a:defRPr/>
            </a:pPr>
            <a:r>
              <a:rPr lang="en-US" sz="2200" b="1" dirty="0">
                <a:solidFill>
                  <a:srgbClr val="002060"/>
                </a:solidFill>
              </a:rPr>
              <a:t>Assistant Professor </a:t>
            </a: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9" name="Title 1">
            <a:extLst>
              <a:ext uri="{FF2B5EF4-FFF2-40B4-BE49-F238E27FC236}">
                <a16:creationId xmlns:a16="http://schemas.microsoft.com/office/drawing/2014/main" id="{C3034EB3-E5B7-485E-984F-A0E903E0E9A7}"/>
              </a:ext>
            </a:extLst>
          </p:cNvPr>
          <p:cNvSpPr txBox="1">
            <a:spLocks/>
          </p:cNvSpPr>
          <p:nvPr/>
        </p:nvSpPr>
        <p:spPr>
          <a:xfrm>
            <a:off x="2743200" y="2286000"/>
            <a:ext cx="3657600" cy="533400"/>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anchor="ctr">
            <a:normAutofit/>
          </a:bodyPr>
          <a:lstStyle/>
          <a:p>
            <a:pPr algn="ctr" fontAlgn="auto">
              <a:spcAft>
                <a:spcPts val="0"/>
              </a:spcAft>
              <a:defRPr/>
            </a:pPr>
            <a:r>
              <a:rPr lang="en-US" sz="2400" b="1" dirty="0">
                <a:solidFill>
                  <a:schemeClr val="tx1"/>
                </a:solidFill>
                <a:latin typeface="+mj-lt"/>
                <a:ea typeface="+mj-ea"/>
                <a:cs typeface="+mj-cs"/>
              </a:rPr>
              <a:t>BATCH ID : 23MPCS-F4</a:t>
            </a:r>
          </a:p>
        </p:txBody>
      </p:sp>
      <p:sp>
        <p:nvSpPr>
          <p:cNvPr id="10" name="Title 1">
            <a:extLst>
              <a:ext uri="{FF2B5EF4-FFF2-40B4-BE49-F238E27FC236}">
                <a16:creationId xmlns:a16="http://schemas.microsoft.com/office/drawing/2014/main" id="{EB366ABC-1782-4359-A4C5-6579CEFE1A4B}"/>
              </a:ext>
            </a:extLst>
          </p:cNvPr>
          <p:cNvSpPr txBox="1">
            <a:spLocks/>
          </p:cNvSpPr>
          <p:nvPr/>
        </p:nvSpPr>
        <p:spPr>
          <a:xfrm>
            <a:off x="304800" y="1524000"/>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rmAutofit fontScale="70000" lnSpcReduction="20000"/>
          </a:bodyPr>
          <a:lstStyle/>
          <a:p>
            <a:pPr algn="ctr" fontAlgn="auto">
              <a:spcAft>
                <a:spcPts val="0"/>
              </a:spcAft>
              <a:defRPr/>
            </a:pPr>
            <a:r>
              <a:rPr lang="en-US" sz="2800" b="1" dirty="0">
                <a:solidFill>
                  <a:schemeClr val="tx1"/>
                </a:solidFill>
                <a:latin typeface="+mj-lt"/>
                <a:ea typeface="+mj-ea"/>
                <a:cs typeface="+mj-cs"/>
              </a:rPr>
              <a:t>Title: IoMT-Based Smart Health Monitoring and Early Disease Alert System</a:t>
            </a:r>
          </a:p>
        </p:txBody>
      </p:sp>
      <p:graphicFrame>
        <p:nvGraphicFramePr>
          <p:cNvPr id="12" name="Table 11">
            <a:extLst>
              <a:ext uri="{FF2B5EF4-FFF2-40B4-BE49-F238E27FC236}">
                <a16:creationId xmlns:a16="http://schemas.microsoft.com/office/drawing/2014/main" id="{4B4BF96B-13BF-42E1-B330-96082705FEC5}"/>
              </a:ext>
            </a:extLst>
          </p:cNvPr>
          <p:cNvGraphicFramePr>
            <a:graphicFrameLocks noGrp="1"/>
          </p:cNvGraphicFramePr>
          <p:nvPr>
            <p:extLst>
              <p:ext uri="{D42A27DB-BD31-4B8C-83A1-F6EECF244321}">
                <p14:modId xmlns:p14="http://schemas.microsoft.com/office/powerpoint/2010/main" val="504532221"/>
              </p:ext>
            </p:extLst>
          </p:nvPr>
        </p:nvGraphicFramePr>
        <p:xfrm>
          <a:off x="1179211" y="3098757"/>
          <a:ext cx="6934200" cy="158496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70840">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23881A05AU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Mohd Husamuddin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24885A0541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Karmankar Nilvana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23881A05Z7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Jakkani Vishnuvardhan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3" name="Picture 2">
            <a:extLst>
              <a:ext uri="{FF2B5EF4-FFF2-40B4-BE49-F238E27FC236}">
                <a16:creationId xmlns:a16="http://schemas.microsoft.com/office/drawing/2014/main" id="{7C380515-DA03-C63F-7DAB-FBAD305F3C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4114" y="267313"/>
            <a:ext cx="1244394" cy="95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Outlines</a:t>
            </a:r>
          </a:p>
        </p:txBody>
      </p:sp>
      <p:sp>
        <p:nvSpPr>
          <p:cNvPr id="3" name="Content Placeholder 2">
            <a:extLst>
              <a:ext uri="{FF2B5EF4-FFF2-40B4-BE49-F238E27FC236}">
                <a16:creationId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Introduction</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p>
          <a:p>
            <a:pPr>
              <a:lnSpc>
                <a:spcPct val="110000"/>
              </a:lnSpc>
              <a:spcBef>
                <a:spcPts val="1200"/>
              </a:spcBef>
              <a:spcAft>
                <a:spcPts val="0"/>
              </a:spcAft>
              <a:defRPr/>
            </a:pPr>
            <a:r>
              <a:rPr lang="en-US" sz="1800" b="1" dirty="0">
                <a:ea typeface="+mn-lt"/>
                <a:cs typeface="+mn-lt"/>
              </a:rPr>
              <a:t>Research Gaps </a:t>
            </a:r>
          </a:p>
          <a:p>
            <a:pPr>
              <a:lnSpc>
                <a:spcPct val="110000"/>
              </a:lnSpc>
              <a:spcBef>
                <a:spcPts val="1200"/>
              </a:spcBef>
              <a:spcAft>
                <a:spcPts val="0"/>
              </a:spcAft>
              <a:defRPr/>
            </a:pPr>
            <a:r>
              <a:rPr lang="en-US" sz="1800" b="1" dirty="0">
                <a:ea typeface="+mn-lt"/>
                <a:cs typeface="+mn-lt"/>
              </a:rPr>
              <a:t>Problem Statement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Architectural Diagram</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Methods and Algorithms </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Research Paper (Acceptance Proofs)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Conclusion</a:t>
            </a: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5" name="Slide Number Placeholder 4">
            <a:extLst>
              <a:ext uri="{FF2B5EF4-FFF2-40B4-BE49-F238E27FC236}">
                <a16:creationId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pic>
        <p:nvPicPr>
          <p:cNvPr id="4" name="Picture 3">
            <a:extLst>
              <a:ext uri="{FF2B5EF4-FFF2-40B4-BE49-F238E27FC236}">
                <a16:creationId xmlns:a16="http://schemas.microsoft.com/office/drawing/2014/main" id="{1CFCE242-E21F-4D18-A237-B7CA4E6562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 MINI PROJECT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FFB9-D3CC-44A9-9FC7-C2A67668EBD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Introduction</a:t>
            </a:r>
          </a:p>
        </p:txBody>
      </p:sp>
      <p:sp>
        <p:nvSpPr>
          <p:cNvPr id="3" name="Content Placeholder 2">
            <a:extLst>
              <a:ext uri="{FF2B5EF4-FFF2-40B4-BE49-F238E27FC236}">
                <a16:creationId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0" indent="0">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rapid growth of healthcare technology has led to the development of smart systems that can monitor patient health efficiently. The Internet of Medical Things (IoMT) plays an important role in connecting healthcare devices and enabling real-time data analysis. In this project, an IoMT-based smart health monitoring and early disease alert system is developed using Artificial Intelligence and web technologies.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system analyzes health-related data such as heart rate, oxygen level, and temperature using machine learning algorithms to detect abnormal conditions. A Node.js-based backend processes the data, and a web dashboard is used to display the results in an easy-to-understand format. This helps doctors and caregivers monitor patient health remotely.</a:t>
            </a:r>
          </a:p>
          <a:p>
            <a:pPr marL="0" indent="0" fontAlgn="auto">
              <a:spcAft>
                <a:spcPts val="0"/>
              </a:spcAft>
              <a:buNone/>
              <a:defRPr/>
            </a:pPr>
            <a:endParaRPr lang="en-US" sz="2000" dirty="0"/>
          </a:p>
          <a:p>
            <a:pPr fontAlgn="auto">
              <a:spcAft>
                <a:spcPts val="0"/>
              </a:spcAft>
              <a:buNone/>
              <a:defRPr/>
            </a:pPr>
            <a:endParaRPr lang="en-US" sz="2800" dirty="0">
              <a:cs typeface="Calibri"/>
            </a:endParaRPr>
          </a:p>
        </p:txBody>
      </p:sp>
      <p:sp>
        <p:nvSpPr>
          <p:cNvPr id="5" name="Slide Number Placeholder 4">
            <a:extLst>
              <a:ext uri="{FF2B5EF4-FFF2-40B4-BE49-F238E27FC236}">
                <a16:creationId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pic>
        <p:nvPicPr>
          <p:cNvPr id="4" name="Picture 3">
            <a:extLst>
              <a:ext uri="{FF2B5EF4-FFF2-40B4-BE49-F238E27FC236}">
                <a16:creationId xmlns:a16="http://schemas.microsoft.com/office/drawing/2014/main" id="{B543C64E-E448-0AE8-AC06-C25391F172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2628900" y="6264275"/>
            <a:ext cx="3962400" cy="365125"/>
          </a:xfrm>
        </p:spPr>
        <p:txBody>
          <a:bodyPr/>
          <a:lstStyle/>
          <a:p>
            <a:pPr>
              <a:defRPr/>
            </a:pPr>
            <a:r>
              <a:rPr lang="en-US" dirty="0"/>
              <a:t>DEPARTMENT OF CSE : MINI PROJECT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04537" y="111252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graphicFrame>
        <p:nvGraphicFramePr>
          <p:cNvPr id="6" name="Content Placeholder 5">
            <a:extLst>
              <a:ext uri="{FF2B5EF4-FFF2-40B4-BE49-F238E27FC236}">
                <a16:creationId xmlns:a16="http://schemas.microsoft.com/office/drawing/2014/main" id="{793BDD18-33E3-F96F-CC29-C037A9808AB8}"/>
              </a:ext>
            </a:extLst>
          </p:cNvPr>
          <p:cNvGraphicFramePr>
            <a:graphicFrameLocks noGrp="1"/>
          </p:cNvGraphicFramePr>
          <p:nvPr>
            <p:ph idx="1"/>
            <p:extLst>
              <p:ext uri="{D42A27DB-BD31-4B8C-83A1-F6EECF244321}">
                <p14:modId xmlns:p14="http://schemas.microsoft.com/office/powerpoint/2010/main" val="54953858"/>
              </p:ext>
            </p:extLst>
          </p:nvPr>
        </p:nvGraphicFramePr>
        <p:xfrm>
          <a:off x="457200" y="1447800"/>
          <a:ext cx="8229600" cy="440690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4163987171"/>
                    </a:ext>
                  </a:extLst>
                </a:gridCol>
                <a:gridCol w="2743200">
                  <a:extLst>
                    <a:ext uri="{9D8B030D-6E8A-4147-A177-3AD203B41FA5}">
                      <a16:colId xmlns:a16="http://schemas.microsoft.com/office/drawing/2014/main" val="1596791987"/>
                    </a:ext>
                  </a:extLst>
                </a:gridCol>
                <a:gridCol w="2743200">
                  <a:extLst>
                    <a:ext uri="{9D8B030D-6E8A-4147-A177-3AD203B41FA5}">
                      <a16:colId xmlns:a16="http://schemas.microsoft.com/office/drawing/2014/main" val="1814518915"/>
                    </a:ext>
                  </a:extLst>
                </a:gridCol>
              </a:tblGrid>
              <a:tr h="409415">
                <a:tc>
                  <a:txBody>
                    <a:bodyPr/>
                    <a:lstStyle/>
                    <a:p>
                      <a:r>
                        <a:rPr lang="en-US" dirty="0"/>
                        <a:t>Aspect</a:t>
                      </a:r>
                      <a:endParaRPr lang="en-IN" dirty="0"/>
                    </a:p>
                  </a:txBody>
                  <a:tcPr/>
                </a:tc>
                <a:tc>
                  <a:txBody>
                    <a:bodyPr/>
                    <a:lstStyle/>
                    <a:p>
                      <a:r>
                        <a:rPr lang="en-US" dirty="0"/>
                        <a:t>Existing system</a:t>
                      </a:r>
                      <a:endParaRPr lang="en-IN" dirty="0"/>
                    </a:p>
                  </a:txBody>
                  <a:tcPr/>
                </a:tc>
                <a:tc>
                  <a:txBody>
                    <a:bodyPr/>
                    <a:lstStyle/>
                    <a:p>
                      <a:r>
                        <a:rPr lang="en-US" dirty="0"/>
                        <a:t>Proposed system</a:t>
                      </a:r>
                      <a:endParaRPr lang="en-IN" dirty="0"/>
                    </a:p>
                  </a:txBody>
                  <a:tcPr/>
                </a:tc>
                <a:extLst>
                  <a:ext uri="{0D108BD9-81ED-4DB2-BD59-A6C34878D82A}">
                    <a16:rowId xmlns:a16="http://schemas.microsoft.com/office/drawing/2014/main" val="726955093"/>
                  </a:ext>
                </a:extLst>
              </a:tr>
              <a:tr h="716477">
                <a:tc>
                  <a:txBody>
                    <a:bodyPr/>
                    <a:lstStyle/>
                    <a:p>
                      <a:r>
                        <a:rPr lang="en-US" dirty="0"/>
                        <a:t>Monitoring</a:t>
                      </a:r>
                      <a:endParaRPr lang="en-IN" dirty="0"/>
                    </a:p>
                  </a:txBody>
                  <a:tcPr/>
                </a:tc>
                <a:tc>
                  <a:txBody>
                    <a:bodyPr/>
                    <a:lstStyle/>
                    <a:p>
                      <a:r>
                        <a:rPr lang="en-US" dirty="0"/>
                        <a:t>Health parameters checked manually in hospitals</a:t>
                      </a:r>
                      <a:endParaRPr lang="en-IN" dirty="0"/>
                    </a:p>
                  </a:txBody>
                  <a:tcPr/>
                </a:tc>
                <a:tc>
                  <a:txBody>
                    <a:bodyPr/>
                    <a:lstStyle/>
                    <a:p>
                      <a:r>
                        <a:rPr lang="en-US" dirty="0"/>
                        <a:t>Continuous real-time monitoring</a:t>
                      </a:r>
                      <a:endParaRPr lang="en-IN" dirty="0"/>
                    </a:p>
                  </a:txBody>
                  <a:tcPr/>
                </a:tc>
                <a:extLst>
                  <a:ext uri="{0D108BD9-81ED-4DB2-BD59-A6C34878D82A}">
                    <a16:rowId xmlns:a16="http://schemas.microsoft.com/office/drawing/2014/main" val="2642205841"/>
                  </a:ext>
                </a:extLst>
              </a:tr>
              <a:tr h="716477">
                <a:tc>
                  <a:txBody>
                    <a:bodyPr/>
                    <a:lstStyle/>
                    <a:p>
                      <a:r>
                        <a:rPr lang="en-US" dirty="0"/>
                        <a:t>Accessibility</a:t>
                      </a:r>
                      <a:endParaRPr lang="en-IN" dirty="0"/>
                    </a:p>
                  </a:txBody>
                  <a:tcPr/>
                </a:tc>
                <a:tc>
                  <a:txBody>
                    <a:bodyPr/>
                    <a:lstStyle/>
                    <a:p>
                      <a:r>
                        <a:rPr lang="en-US" dirty="0"/>
                        <a:t>Requires patients to visit hospitals</a:t>
                      </a:r>
                      <a:endParaRPr lang="en-IN" dirty="0"/>
                    </a:p>
                  </a:txBody>
                  <a:tcPr/>
                </a:tc>
                <a:tc>
                  <a:txBody>
                    <a:bodyPr/>
                    <a:lstStyle/>
                    <a:p>
                      <a:r>
                        <a:rPr lang="en-US" dirty="0"/>
                        <a:t>Remote monitoring from home</a:t>
                      </a:r>
                      <a:endParaRPr lang="en-IN" dirty="0"/>
                    </a:p>
                  </a:txBody>
                  <a:tcPr/>
                </a:tc>
                <a:extLst>
                  <a:ext uri="{0D108BD9-81ED-4DB2-BD59-A6C34878D82A}">
                    <a16:rowId xmlns:a16="http://schemas.microsoft.com/office/drawing/2014/main" val="817869102"/>
                  </a:ext>
                </a:extLst>
              </a:tr>
              <a:tr h="716477">
                <a:tc>
                  <a:txBody>
                    <a:bodyPr/>
                    <a:lstStyle/>
                    <a:p>
                      <a:r>
                        <a:rPr lang="en-US" dirty="0"/>
                        <a:t>Data analysis</a:t>
                      </a:r>
                      <a:endParaRPr lang="en-IN" dirty="0"/>
                    </a:p>
                  </a:txBody>
                  <a:tcPr/>
                </a:tc>
                <a:tc>
                  <a:txBody>
                    <a:bodyPr/>
                    <a:lstStyle/>
                    <a:p>
                      <a:r>
                        <a:rPr lang="en-US" dirty="0"/>
                        <a:t>Manual analysis by doctors</a:t>
                      </a:r>
                      <a:endParaRPr lang="en-IN" dirty="0"/>
                    </a:p>
                  </a:txBody>
                  <a:tcPr/>
                </a:tc>
                <a:tc>
                  <a:txBody>
                    <a:bodyPr/>
                    <a:lstStyle/>
                    <a:p>
                      <a:r>
                        <a:rPr lang="en-US" dirty="0"/>
                        <a:t>Automated analysis using ML algorithms</a:t>
                      </a:r>
                      <a:endParaRPr lang="en-IN" dirty="0"/>
                    </a:p>
                  </a:txBody>
                  <a:tcPr/>
                </a:tc>
                <a:extLst>
                  <a:ext uri="{0D108BD9-81ED-4DB2-BD59-A6C34878D82A}">
                    <a16:rowId xmlns:a16="http://schemas.microsoft.com/office/drawing/2014/main" val="579511873"/>
                  </a:ext>
                </a:extLst>
              </a:tr>
              <a:tr h="716477">
                <a:tc>
                  <a:txBody>
                    <a:bodyPr/>
                    <a:lstStyle/>
                    <a:p>
                      <a:r>
                        <a:rPr lang="en-US" dirty="0"/>
                        <a:t>Alert mechanism</a:t>
                      </a:r>
                      <a:endParaRPr lang="en-IN" dirty="0"/>
                    </a:p>
                  </a:txBody>
                  <a:tcPr/>
                </a:tc>
                <a:tc>
                  <a:txBody>
                    <a:bodyPr/>
                    <a:lstStyle/>
                    <a:p>
                      <a:r>
                        <a:rPr lang="en-US" dirty="0"/>
                        <a:t>No immediate alerts</a:t>
                      </a:r>
                      <a:endParaRPr lang="en-IN" dirty="0"/>
                    </a:p>
                  </a:txBody>
                  <a:tcPr/>
                </a:tc>
                <a:tc>
                  <a:txBody>
                    <a:bodyPr/>
                    <a:lstStyle/>
                    <a:p>
                      <a:r>
                        <a:rPr lang="en-US" dirty="0"/>
                        <a:t>Automated alerts during abnormal conditions</a:t>
                      </a:r>
                      <a:endParaRPr lang="en-IN" dirty="0"/>
                    </a:p>
                  </a:txBody>
                  <a:tcPr/>
                </a:tc>
                <a:extLst>
                  <a:ext uri="{0D108BD9-81ED-4DB2-BD59-A6C34878D82A}">
                    <a16:rowId xmlns:a16="http://schemas.microsoft.com/office/drawing/2014/main" val="3781683973"/>
                  </a:ext>
                </a:extLst>
              </a:tr>
              <a:tr h="415102">
                <a:tc>
                  <a:txBody>
                    <a:bodyPr/>
                    <a:lstStyle/>
                    <a:p>
                      <a:r>
                        <a:rPr lang="en-US" dirty="0"/>
                        <a:t>Data storage</a:t>
                      </a:r>
                      <a:endParaRPr lang="en-IN" dirty="0"/>
                    </a:p>
                  </a:txBody>
                  <a:tcPr/>
                </a:tc>
                <a:tc>
                  <a:txBody>
                    <a:bodyPr/>
                    <a:lstStyle/>
                    <a:p>
                      <a:r>
                        <a:rPr lang="en-US" dirty="0"/>
                        <a:t>Limited record keeping</a:t>
                      </a:r>
                      <a:endParaRPr lang="en-IN" dirty="0"/>
                    </a:p>
                  </a:txBody>
                  <a:tcPr/>
                </a:tc>
                <a:tc>
                  <a:txBody>
                    <a:bodyPr/>
                    <a:lstStyle/>
                    <a:p>
                      <a:r>
                        <a:rPr lang="en-US" dirty="0"/>
                        <a:t>Cloud based data storage</a:t>
                      </a:r>
                      <a:endParaRPr lang="en-IN" dirty="0"/>
                    </a:p>
                  </a:txBody>
                  <a:tcPr/>
                </a:tc>
                <a:extLst>
                  <a:ext uri="{0D108BD9-81ED-4DB2-BD59-A6C34878D82A}">
                    <a16:rowId xmlns:a16="http://schemas.microsoft.com/office/drawing/2014/main" val="1592404055"/>
                  </a:ext>
                </a:extLst>
              </a:tr>
              <a:tr h="716477">
                <a:tc>
                  <a:txBody>
                    <a:bodyPr/>
                    <a:lstStyle/>
                    <a:p>
                      <a:r>
                        <a:rPr lang="en-US" dirty="0"/>
                        <a:t>Efficiency</a:t>
                      </a:r>
                      <a:endParaRPr lang="en-IN" dirty="0"/>
                    </a:p>
                  </a:txBody>
                  <a:tcPr/>
                </a:tc>
                <a:tc>
                  <a:txBody>
                    <a:bodyPr/>
                    <a:lstStyle/>
                    <a:p>
                      <a:r>
                        <a:rPr lang="en-US" dirty="0"/>
                        <a:t>Time consuming and less efficient</a:t>
                      </a:r>
                      <a:endParaRPr lang="en-IN" dirty="0"/>
                    </a:p>
                  </a:txBody>
                  <a:tcPr/>
                </a:tc>
                <a:tc>
                  <a:txBody>
                    <a:bodyPr/>
                    <a:lstStyle/>
                    <a:p>
                      <a:r>
                        <a:rPr lang="en-US" dirty="0"/>
                        <a:t>Faster and intelligent monitoring</a:t>
                      </a:r>
                      <a:endParaRPr lang="en-IN" dirty="0"/>
                    </a:p>
                  </a:txBody>
                  <a:tcPr/>
                </a:tc>
                <a:extLst>
                  <a:ext uri="{0D108BD9-81ED-4DB2-BD59-A6C34878D82A}">
                    <a16:rowId xmlns:a16="http://schemas.microsoft.com/office/drawing/2014/main" val="3023895923"/>
                  </a:ext>
                </a:extLst>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Research Gaps</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5</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sp>
        <p:nvSpPr>
          <p:cNvPr id="8" name="Rectangle 2">
            <a:extLst>
              <a:ext uri="{FF2B5EF4-FFF2-40B4-BE49-F238E27FC236}">
                <a16:creationId xmlns:a16="http://schemas.microsoft.com/office/drawing/2014/main" id="{96C5808A-C54D-FD0A-804F-04D7C53727BE}"/>
              </a:ext>
            </a:extLst>
          </p:cNvPr>
          <p:cNvSpPr>
            <a:spLocks noChangeArrowheads="1"/>
          </p:cNvSpPr>
          <p:nvPr/>
        </p:nvSpPr>
        <p:spPr bwMode="auto">
          <a:xfrm>
            <a:off x="342900" y="1017639"/>
            <a:ext cx="8458200"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health monitoring systems mainly focus on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data collection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lack intelligent analysis.</a:t>
            </a:r>
            <a:endParaRPr lang="en-US" altLang="en-US" sz="2000"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use of machine learning algorithms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early disease prediction. </a:t>
            </a: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systems do not provide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analysis and quick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abnormal health conditions. </a:t>
            </a: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web dashboards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clear visualization of health data. </a:t>
            </a: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integration between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models and web-based applications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systems do not support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decision-making for doctors and caregivers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865790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Problem Statement</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6</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dirty="0"/>
          </a:p>
          <a:p>
            <a:pPr marL="0" indent="0" algn="just">
              <a:buNone/>
            </a:pPr>
            <a:r>
              <a:rPr lang="en-US" sz="2000" dirty="0">
                <a:latin typeface="Times New Roman" panose="02020603050405020304" pitchFamily="18" charset="0"/>
                <a:cs typeface="Times New Roman" panose="02020603050405020304" pitchFamily="18" charset="0"/>
              </a:rPr>
              <a:t>In today’s healthcare systems, monitoring patient health and detecting diseases at an early stage remains a major challenge. Most existing systems rely on manual observation and basic data recording, which are often time-consuming and may lead to delays in diagnosis. These systems lack the ability to analyze large amounts of health data efficiently and do not provide intelligent insights for early detection of health risks.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Additionally, there is limited use of machine learning techniques in existing solutions to predict abnormal health conditions. Many systems also do not offer proper visualization tools or user-friendly interfaces for doctors and caregivers to monitor patient data effectively. This results in reduced efficiency in decision-making and increases the risk of late diagnosis.</a:t>
            </a:r>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35715512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4ACF-E93E-429C-B571-59A1E5F854AE}"/>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Proposed Project Objectives</a:t>
            </a:r>
          </a:p>
        </p:txBody>
      </p:sp>
      <p:sp>
        <p:nvSpPr>
          <p:cNvPr id="3" name="Content Placeholder 2">
            <a:extLst>
              <a:ext uri="{FF2B5EF4-FFF2-40B4-BE49-F238E27FC236}">
                <a16:creationId xmlns:a16="http://schemas.microsoft.com/office/drawing/2014/main" id="{0F718A44-8ABC-42DF-9BB1-E9A15FE0BCFB}"/>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marL="457200" indent="-457200" algn="just">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To design an IoMT-based system that continuously monitors vital health parameters using biomedical sensors.</a:t>
            </a:r>
          </a:p>
          <a:p>
            <a:pPr marL="457200" indent="-457200" algn="just">
              <a:buFont typeface="+mj-lt"/>
              <a:buAutoNum type="arabicPeriod"/>
            </a:pPr>
            <a:endParaRPr lang="en-IN" sz="20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To collect and transmit real-time physiological data (heart rate, SpO₂, temperature, etc.) using a cloud-connected microcontroller.</a:t>
            </a:r>
          </a:p>
          <a:p>
            <a:pPr marL="457200" indent="-457200" algn="just">
              <a:buFont typeface="+mj-lt"/>
              <a:buAutoNum type="arabicPeriod"/>
            </a:pPr>
            <a:endParaRPr lang="en-IN" sz="20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To develop a Machine Learning model that predicts early signs of health risks such as fever, low oxygen levels, or abnormal heart rate.</a:t>
            </a:r>
          </a:p>
          <a:p>
            <a:pPr marL="457200" indent="-457200" algn="just">
              <a:buFont typeface="+mj-lt"/>
              <a:buAutoNum type="arabicPeriod"/>
            </a:pPr>
            <a:endParaRPr lang="en-IN" sz="20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To generate automated alerts to patients or caregivers when abnormal health conditions are detected.</a:t>
            </a:r>
          </a:p>
          <a:p>
            <a:pPr marL="457200" indent="-457200" algn="just">
              <a:buFont typeface="+mj-lt"/>
              <a:buAutoNum type="arabicPeriod"/>
            </a:pPr>
            <a:endParaRPr lang="en-IN" sz="20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To create a visual dashboard for monitoring live health data, trends, and risk analytics.</a:t>
            </a:r>
            <a:endParaRPr lang="en-US" sz="2000" dirty="0">
              <a:latin typeface="Times New Roman" panose="02020603050405020304" pitchFamily="18" charset="0"/>
              <a:cs typeface="Times New Roman" panose="02020603050405020304" pitchFamily="18" charset="0"/>
            </a:endParaRPr>
          </a:p>
          <a:p>
            <a:pPr fontAlgn="auto">
              <a:spcAft>
                <a:spcPts val="0"/>
              </a:spcAft>
              <a:defRPr/>
            </a:pPr>
            <a:endParaRPr lang="en-US" sz="2500" dirty="0"/>
          </a:p>
          <a:p>
            <a:pPr fontAlgn="auto">
              <a:spcAft>
                <a:spcPts val="0"/>
              </a:spcAft>
              <a:defRPr/>
            </a:pPr>
            <a:endParaRPr lang="en-US" sz="2500" dirty="0"/>
          </a:p>
          <a:p>
            <a:pPr fontAlgn="auto">
              <a:spcAft>
                <a:spcPts val="0"/>
              </a:spcAft>
              <a:defRPr/>
            </a:pPr>
            <a:endParaRPr lang="en-US" sz="2500" dirty="0"/>
          </a:p>
        </p:txBody>
      </p:sp>
      <p:sp>
        <p:nvSpPr>
          <p:cNvPr id="5" name="Slide Number Placeholder 4">
            <a:extLst>
              <a:ext uri="{FF2B5EF4-FFF2-40B4-BE49-F238E27FC236}">
                <a16:creationId xmlns:a16="http://schemas.microsoft.com/office/drawing/2014/main" id="{4F44F6A7-E80B-4C13-8FAA-7BE38155FAB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C13DFD-FA58-48AD-B109-2C30D8D6F058}" type="slidenum">
              <a:rPr lang="en-US" altLang="en-US">
                <a:solidFill>
                  <a:srgbClr val="898989"/>
                </a:solidFill>
              </a:rPr>
              <a:pPr/>
              <a:t>7</a:t>
            </a:fld>
            <a:endParaRPr lang="en-US" altLang="en-US">
              <a:solidFill>
                <a:srgbClr val="898989"/>
              </a:solidFill>
            </a:endParaRPr>
          </a:p>
        </p:txBody>
      </p:sp>
      <p:pic>
        <p:nvPicPr>
          <p:cNvPr id="4" name="Picture 3">
            <a:extLst>
              <a:ext uri="{FF2B5EF4-FFF2-40B4-BE49-F238E27FC236}">
                <a16:creationId xmlns:a16="http://schemas.microsoft.com/office/drawing/2014/main" id="{24D567A5-0A6B-AFA0-3540-53A824978C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Outcomes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pPr marL="514350" indent="-514350">
              <a:buFont typeface="+mj-lt"/>
              <a:buAutoNum type="arabicPeriod"/>
            </a:pPr>
            <a:endParaRPr lang="en-US" sz="22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A functional IoMT-based health monitoring device capable of capturing real-time health parameters.</a:t>
            </a:r>
          </a:p>
          <a:p>
            <a:pPr marL="457200" indent="-457200">
              <a:buFont typeface="+mj-lt"/>
              <a:buAutoNum type="arabicPeriod"/>
            </a:pPr>
            <a:endParaRPr lang="en-IN" sz="20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AI-powered early disease alert system that predicts abnormal patterns from sensor data.</a:t>
            </a:r>
          </a:p>
          <a:p>
            <a:pPr marL="457200" indent="-457200">
              <a:buFont typeface="+mj-lt"/>
              <a:buAutoNum type="arabicPeriod"/>
            </a:pPr>
            <a:endParaRPr lang="en-IN" sz="20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A web-based dashboard to visualize health trends, vitals, and prediction results.</a:t>
            </a:r>
          </a:p>
          <a:p>
            <a:pPr marL="457200" indent="-457200">
              <a:buFont typeface="+mj-lt"/>
              <a:buAutoNum type="arabicPeriod"/>
            </a:pPr>
            <a:endParaRPr lang="en-IN" sz="20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Automatic notification/alert mechanism for emergency health conditions.</a:t>
            </a:r>
          </a:p>
          <a:p>
            <a:pPr marL="457200" indent="-457200">
              <a:buFont typeface="+mj-lt"/>
              <a:buAutoNum type="arabicPeriod"/>
            </a:pPr>
            <a:endParaRPr lang="en-IN" sz="20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A research-backed system showcasing the potential of IoMT and ML in remote healthcare monitoring.</a:t>
            </a:r>
            <a:endParaRPr lang="en-IN" sz="20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a:pPr/>
              <a:t>8</a:t>
            </a:fld>
            <a:endParaRPr lang="en-US"/>
          </a:p>
        </p:txBody>
      </p:sp>
      <p:pic>
        <p:nvPicPr>
          <p:cNvPr id="6" name="Picture 5">
            <a:extLst>
              <a:ext uri="{FF2B5EF4-FFF2-40B4-BE49-F238E27FC236}">
                <a16:creationId xmlns:a16="http://schemas.microsoft.com/office/drawing/2014/main" id="{DCE2FDDD-2424-0E7F-DD96-199FAF1E2F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endParaRPr lang="en-US" sz="2000" b="1" dirty="0"/>
          </a:p>
          <a:p>
            <a:r>
              <a:rPr lang="en-US" sz="2000" b="1" dirty="0"/>
              <a:t>Node.js </a:t>
            </a:r>
            <a:r>
              <a:rPr lang="en-US" sz="2000" dirty="0"/>
              <a:t>– Used to develop the backend server for handling requests and processing health data.</a:t>
            </a:r>
          </a:p>
          <a:p>
            <a:r>
              <a:rPr lang="en-US" sz="2000" b="1" dirty="0"/>
              <a:t>Express.js </a:t>
            </a:r>
            <a:r>
              <a:rPr lang="en-US" sz="2000" dirty="0"/>
              <a:t>- Framework used to build REST APIs for communication between frontend and backend.</a:t>
            </a:r>
          </a:p>
          <a:p>
            <a:r>
              <a:rPr lang="en-US" sz="2000" b="1" dirty="0"/>
              <a:t>Python</a:t>
            </a:r>
            <a:r>
              <a:rPr lang="en-US" sz="2000" dirty="0"/>
              <a:t> – Used  for implementing machine learning algorithms and data analysis.</a:t>
            </a:r>
          </a:p>
          <a:p>
            <a:r>
              <a:rPr lang="en-US" sz="2000" b="1" dirty="0"/>
              <a:t>Frontend Technologies </a:t>
            </a:r>
            <a:r>
              <a:rPr lang="en-US" sz="2000" dirty="0"/>
              <a:t>– HTML, CSS, JavaScript</a:t>
            </a:r>
          </a:p>
          <a:p>
            <a:r>
              <a:rPr lang="en-US" sz="2000" b="1" dirty="0"/>
              <a:t>Database</a:t>
            </a:r>
            <a:r>
              <a:rPr lang="en-US" sz="2000" dirty="0"/>
              <a:t> – MongoDB for storing patient health data and prediction results.</a:t>
            </a:r>
          </a:p>
          <a:p>
            <a:r>
              <a:rPr lang="en-US" sz="2000" dirty="0"/>
              <a:t>Development Tools – VS Code , Git for version control</a:t>
            </a:r>
          </a:p>
          <a:p>
            <a:pPr>
              <a:buNone/>
            </a:pPr>
            <a:endParaRPr lang="en-US" sz="2800" dirty="0"/>
          </a:p>
        </p:txBody>
      </p:sp>
      <p:sp>
        <p:nvSpPr>
          <p:cNvPr id="5" name="Slide Number Placeholder 4"/>
          <p:cNvSpPr>
            <a:spLocks noGrp="1"/>
          </p:cNvSpPr>
          <p:nvPr>
            <p:ph type="sldNum" sz="quarter" idx="12"/>
          </p:nvPr>
        </p:nvSpPr>
        <p:spPr/>
        <p:txBody>
          <a:bodyPr/>
          <a:lstStyle/>
          <a:p>
            <a:fld id="{B6F15528-21DE-4FAA-801E-634DDDAF4B2B}" type="slidenum">
              <a:rPr lang="en-US"/>
              <a:pPr/>
              <a:t>9</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824" y="272283"/>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10</a:t>
            </a:fld>
            <a:endParaRPr lang="en-US"/>
          </a:p>
        </p:txBody>
      </p:sp>
      <p:sp>
        <p:nvSpPr>
          <p:cNvPr id="34" name="Content Placeholder 33"/>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6A6DD126-8543-7714-EE4A-27D656E670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4" name="Content Placeholder 6">
            <a:extLst>
              <a:ext uri="{FF2B5EF4-FFF2-40B4-BE49-F238E27FC236}">
                <a16:creationId xmlns:a16="http://schemas.microsoft.com/office/drawing/2014/main" id="{1D3A7E40-595C-4C0A-BE1F-D2D60777875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990600" y="1315525"/>
            <a:ext cx="7543800" cy="4656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11</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endParaRPr lang="en-US" sz="2000" b="1" dirty="0"/>
          </a:p>
          <a:p>
            <a:pPr marL="0" indent="0">
              <a:buNone/>
            </a:pPr>
            <a:r>
              <a:rPr lang="en-US" sz="2000" b="1" dirty="0"/>
              <a:t>Proposed Methods</a:t>
            </a:r>
          </a:p>
          <a:p>
            <a:r>
              <a:rPr lang="en-US" sz="2000" dirty="0">
                <a:latin typeface="Times New Roman" panose="02020603050405020304" pitchFamily="18" charset="0"/>
                <a:cs typeface="Times New Roman" panose="02020603050405020304" pitchFamily="18" charset="0"/>
              </a:rPr>
              <a:t>Collect and clean the health dataset. </a:t>
            </a:r>
          </a:p>
          <a:p>
            <a:r>
              <a:rPr lang="en-US" sz="2000" dirty="0">
                <a:latin typeface="Times New Roman" panose="02020603050405020304" pitchFamily="18" charset="0"/>
                <a:cs typeface="Times New Roman" panose="02020603050405020304" pitchFamily="18" charset="0"/>
              </a:rPr>
              <a:t>Train machine learning models using the data. </a:t>
            </a:r>
          </a:p>
          <a:p>
            <a:r>
              <a:rPr lang="en-US" sz="2000" dirty="0">
                <a:latin typeface="Times New Roman" panose="02020603050405020304" pitchFamily="18" charset="0"/>
                <a:cs typeface="Times New Roman" panose="02020603050405020304" pitchFamily="18" charset="0"/>
              </a:rPr>
              <a:t>Analyze the data to detect abnormal health conditions. </a:t>
            </a:r>
          </a:p>
          <a:p>
            <a:r>
              <a:rPr lang="en-US" sz="2000" dirty="0">
                <a:latin typeface="Times New Roman" panose="02020603050405020304" pitchFamily="18" charset="0"/>
                <a:cs typeface="Times New Roman" panose="02020603050405020304" pitchFamily="18" charset="0"/>
              </a:rPr>
              <a:t>Send results to the </a:t>
            </a:r>
            <a:r>
              <a:rPr lang="en-US" sz="2000" b="1" dirty="0">
                <a:latin typeface="Times New Roman" panose="02020603050405020304" pitchFamily="18" charset="0"/>
                <a:cs typeface="Times New Roman" panose="02020603050405020304" pitchFamily="18" charset="0"/>
              </a:rPr>
              <a:t>Node.js backend</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Display predictions on the </a:t>
            </a:r>
            <a:r>
              <a:rPr lang="en-US" sz="2000" b="1" dirty="0">
                <a:latin typeface="Times New Roman" panose="02020603050405020304" pitchFamily="18" charset="0"/>
                <a:cs typeface="Times New Roman" panose="02020603050405020304" pitchFamily="18" charset="0"/>
              </a:rPr>
              <a:t>web dashboard</a:t>
            </a:r>
            <a:r>
              <a:rPr lang="en-US" sz="2000" dirty="0">
                <a:latin typeface="Times New Roman" panose="02020603050405020304" pitchFamily="18" charset="0"/>
                <a:cs typeface="Times New Roman" panose="02020603050405020304" pitchFamily="18" charset="0"/>
              </a:rPr>
              <a:t>. </a:t>
            </a:r>
          </a:p>
          <a:p>
            <a:pPr marL="0" indent="0">
              <a:buNone/>
            </a:pPr>
            <a:endParaRPr lang="en-US" sz="2000" dirty="0">
              <a:latin typeface="Times New Roman" panose="02020603050405020304" pitchFamily="18" charset="0"/>
              <a:cs typeface="Times New Roman" panose="02020603050405020304" pitchFamily="18" charset="0"/>
            </a:endParaRPr>
          </a:p>
          <a:p>
            <a:pPr marL="0" indent="0" fontAlgn="auto">
              <a:spcAft>
                <a:spcPts val="0"/>
              </a:spcAft>
              <a:buNone/>
              <a:defRPr/>
            </a:pPr>
            <a:r>
              <a:rPr lang="en-US" sz="2000" b="1" dirty="0">
                <a:cs typeface="Times New Roman" panose="02020603050405020304" pitchFamily="18" charset="0"/>
              </a:rPr>
              <a:t>Algorithms Used</a:t>
            </a:r>
          </a:p>
          <a:p>
            <a:pPr fontAlgn="auto">
              <a:spcAft>
                <a:spcPts val="0"/>
              </a:spcAft>
              <a:defRPr/>
            </a:pPr>
            <a:r>
              <a:rPr lang="en-US" sz="2000" b="1" dirty="0">
                <a:latin typeface="Times New Roman" panose="02020603050405020304" pitchFamily="18" charset="0"/>
                <a:cs typeface="Times New Roman" panose="02020603050405020304" pitchFamily="18" charset="0"/>
              </a:rPr>
              <a:t>Random Forest</a:t>
            </a:r>
            <a:r>
              <a:rPr lang="en-US" sz="2000" dirty="0">
                <a:latin typeface="Times New Roman" panose="02020603050405020304" pitchFamily="18" charset="0"/>
                <a:cs typeface="Times New Roman" panose="02020603050405020304" pitchFamily="18" charset="0"/>
              </a:rPr>
              <a:t> – Used to classify health condition (normal or abnormal).</a:t>
            </a:r>
          </a:p>
          <a:p>
            <a:pPr fontAlgn="auto">
              <a:spcAft>
                <a:spcPts val="0"/>
              </a:spcAft>
              <a:defRPr/>
            </a:pPr>
            <a:r>
              <a:rPr lang="en-US" sz="2000" b="1" dirty="0">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 Used for better and accurate prediction.</a:t>
            </a:r>
          </a:p>
          <a:p>
            <a:pPr fontAlgn="auto">
              <a:spcAft>
                <a:spcPts val="0"/>
              </a:spcAft>
              <a:defRPr/>
            </a:pPr>
            <a:r>
              <a:rPr lang="en-US" sz="2000" b="1" dirty="0">
                <a:latin typeface="Times New Roman" panose="02020603050405020304" pitchFamily="18" charset="0"/>
                <a:cs typeface="Times New Roman" panose="02020603050405020304" pitchFamily="18" charset="0"/>
              </a:rPr>
              <a:t>Logistic Regression</a:t>
            </a:r>
            <a:r>
              <a:rPr lang="en-US" sz="2000" dirty="0">
                <a:latin typeface="Times New Roman" panose="02020603050405020304" pitchFamily="18" charset="0"/>
                <a:cs typeface="Times New Roman" panose="02020603050405020304" pitchFamily="18" charset="0"/>
              </a:rPr>
              <a:t> – Used to predict risk (yes or no). </a:t>
            </a:r>
          </a:p>
          <a:p>
            <a:pPr marL="0" indent="0" fontAlgn="auto">
              <a:spcAft>
                <a:spcPts val="0"/>
              </a:spcAft>
              <a:buNone/>
              <a:defRPr/>
            </a:pPr>
            <a:endParaRPr lang="en-US" sz="2000" b="1" dirty="0">
              <a:latin typeface="Times New Roman" panose="02020603050405020304" pitchFamily="18" charset="0"/>
              <a:cs typeface="Times New Roman" panose="02020603050405020304" pitchFamily="18" charset="0"/>
            </a:endParaRPr>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75962246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p:cNvSpPr>
            <a:spLocks noGrp="1"/>
          </p:cNvSpPr>
          <p:nvPr>
            <p:ph type="sldNum" sz="quarter" idx="12"/>
          </p:nvPr>
        </p:nvSpPr>
        <p:spPr/>
        <p:txBody>
          <a:bodyPr/>
          <a:lstStyle/>
          <a:p>
            <a:fld id="{B6F15528-21DE-4FAA-801E-634DDDAF4B2B}" type="slidenum">
              <a:rPr lang="en-US"/>
              <a:pPr/>
              <a:t>12</a:t>
            </a:fld>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9"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98549"/>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fontAlgn="auto">
              <a:spcAft>
                <a:spcPts val="0"/>
              </a:spcAft>
              <a:buNone/>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6" name="Content Placeholder 5">
            <a:extLst>
              <a:ext uri="{FF2B5EF4-FFF2-40B4-BE49-F238E27FC236}">
                <a16:creationId xmlns:a16="http://schemas.microsoft.com/office/drawing/2014/main" id="{E49FB64D-BBDF-9DF2-02D3-A5AAA9F77F7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4887861" y="1331947"/>
            <a:ext cx="396240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a:extLst>
              <a:ext uri="{FF2B5EF4-FFF2-40B4-BE49-F238E27FC236}">
                <a16:creationId xmlns:a16="http://schemas.microsoft.com/office/drawing/2014/main" id="{78AB9D07-EC85-11CA-6286-8DAA7809C3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810" y="4127500"/>
            <a:ext cx="3962400" cy="2228850"/>
          </a:xfrm>
          <a:prstGeom prst="rect">
            <a:avLst/>
          </a:prstGeom>
        </p:spPr>
      </p:pic>
      <p:sp>
        <p:nvSpPr>
          <p:cNvPr id="13" name="Rectangle 1">
            <a:extLst>
              <a:ext uri="{FF2B5EF4-FFF2-40B4-BE49-F238E27FC236}">
                <a16:creationId xmlns:a16="http://schemas.microsoft.com/office/drawing/2014/main" id="{AC2D2CB2-144E-7379-B0B8-4C8DED4B18F1}"/>
              </a:ext>
            </a:extLst>
          </p:cNvPr>
          <p:cNvSpPr>
            <a:spLocks noChangeArrowheads="1"/>
          </p:cNvSpPr>
          <p:nvPr/>
        </p:nvSpPr>
        <p:spPr bwMode="auto">
          <a:xfrm>
            <a:off x="226142" y="960438"/>
            <a:ext cx="465311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successfully displays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health parameters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heart rate, SpO₂, temperature, and blood pressure on the dashboard.</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Diagnostic Engine analyzes the data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shows different states like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Stable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Fever Detected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hangingPunct="0">
              <a:buFontTx/>
              <a:buChar char="•"/>
            </a:pPr>
            <a:r>
              <a:rPr lang="en-US" altLang="en-US" sz="1600" dirty="0">
                <a:latin typeface="Times New Roman" panose="02020603050405020304" pitchFamily="18" charset="0"/>
                <a:cs typeface="Times New Roman" panose="02020603050405020304" pitchFamily="18" charset="0"/>
              </a:rPr>
              <a:t>In abnormal conditions, the system generates </a:t>
            </a:r>
            <a:r>
              <a:rPr lang="en-US" altLang="en-US" sz="1600" b="1" dirty="0">
                <a:latin typeface="Times New Roman" panose="02020603050405020304" pitchFamily="18" charset="0"/>
                <a:cs typeface="Times New Roman" panose="02020603050405020304" pitchFamily="18" charset="0"/>
              </a:rPr>
              <a:t>alerts such as “Critical Vitals Warning”</a:t>
            </a:r>
            <a:r>
              <a:rPr lang="en-US" altLang="en-US" sz="1600" dirty="0">
                <a:latin typeface="Times New Roman" panose="02020603050405020304" pitchFamily="18" charset="0"/>
                <a:cs typeface="Times New Roman" panose="02020603050405020304" pitchFamily="18" charset="0"/>
              </a:rPr>
              <a:t>, indicating possible health risks.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F8483D5-1B3B-286F-1AD5-5F054BA97515}"/>
              </a:ext>
            </a:extLst>
          </p:cNvPr>
          <p:cNvSpPr>
            <a:spLocks noChangeArrowheads="1"/>
          </p:cNvSpPr>
          <p:nvPr/>
        </p:nvSpPr>
        <p:spPr bwMode="auto">
          <a:xfrm rot="10800000" flipV="1">
            <a:off x="4521610" y="3870840"/>
            <a:ext cx="4317590"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dashboard provides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clear visual graphs and live metrics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it easy to monitor patient health.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demonstrates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prediction with high confidence levels (~98%)</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helping in early detection of diseases. </a:t>
            </a:r>
          </a:p>
        </p:txBody>
      </p:sp>
    </p:spTree>
    <p:extLst>
      <p:ext uri="{BB962C8B-B14F-4D97-AF65-F5344CB8AC3E}">
        <p14:creationId xmlns:p14="http://schemas.microsoft.com/office/powerpoint/2010/main" val="172966090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Conclusion</a:t>
            </a:r>
          </a:p>
        </p:txBody>
      </p:sp>
      <p:sp>
        <p:nvSpPr>
          <p:cNvPr id="5" name="Slide Number Placeholder 4"/>
          <p:cNvSpPr>
            <a:spLocks noGrp="1"/>
          </p:cNvSpPr>
          <p:nvPr>
            <p:ph type="sldNum" sz="quarter" idx="12"/>
          </p:nvPr>
        </p:nvSpPr>
        <p:spPr/>
        <p:txBody>
          <a:bodyPr/>
          <a:lstStyle/>
          <a:p>
            <a:fld id="{B6F15528-21DE-4FAA-801E-634DDDAF4B2B}" type="slidenum">
              <a:rPr lang="en-US"/>
              <a:pPr/>
              <a:t>13</a:t>
            </a:fld>
            <a:endParaRPr lang="en-US"/>
          </a:p>
        </p:txBody>
      </p:sp>
      <p:sp>
        <p:nvSpPr>
          <p:cNvPr id="8" name="Content Placeholder 7"/>
          <p:cNvSpPr>
            <a:spLocks noGrp="1"/>
          </p:cNvSpPr>
          <p:nvPr>
            <p:ph idx="1"/>
          </p:nvPr>
        </p:nvSpPr>
        <p:spPr>
          <a:xfrm>
            <a:off x="457200" y="2362200"/>
            <a:ext cx="8229600" cy="3763963"/>
          </a:xfrm>
        </p:spPr>
        <p:txBody>
          <a:bodyPr/>
          <a:lstStyle/>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4" name="Content Placeholder 2">
            <a:extLst>
              <a:ext uri="{FF2B5EF4-FFF2-40B4-BE49-F238E27FC236}">
                <a16:creationId xmlns:a16="http://schemas.microsoft.com/office/drawing/2014/main" id="{B70DBBBE-8F16-C55C-DB3F-95BD283BD3FB}"/>
              </a:ext>
            </a:extLst>
          </p:cNvPr>
          <p:cNvSpPr txBox="1">
            <a:spLocks/>
          </p:cNvSpPr>
          <p:nvPr/>
        </p:nvSpPr>
        <p:spPr bwMode="auto">
          <a:xfrm>
            <a:off x="228600" y="1144587"/>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fontScale="25000" lnSpcReduction="20000"/>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just">
              <a:buNone/>
              <a:defRPr/>
            </a:pPr>
            <a:r>
              <a:rPr lang="en-US" sz="8000" dirty="0">
                <a:latin typeface="Times New Roman" panose="02020603050405020304" pitchFamily="18" charset="0"/>
                <a:cs typeface="Times New Roman" panose="02020603050405020304" pitchFamily="18" charset="0"/>
              </a:rPr>
              <a:t>The project successfully developed an </a:t>
            </a:r>
            <a:r>
              <a:rPr lang="en-US" sz="8000" b="1" dirty="0">
                <a:latin typeface="Times New Roman" panose="02020603050405020304" pitchFamily="18" charset="0"/>
                <a:cs typeface="Times New Roman" panose="02020603050405020304" pitchFamily="18" charset="0"/>
              </a:rPr>
              <a:t>AI-based smart health monitoring and early disease alert system</a:t>
            </a:r>
            <a:r>
              <a:rPr lang="en-US" sz="8000" dirty="0">
                <a:latin typeface="Times New Roman" panose="02020603050405020304" pitchFamily="18" charset="0"/>
                <a:cs typeface="Times New Roman" panose="02020603050405020304" pitchFamily="18" charset="0"/>
              </a:rPr>
              <a:t> that analyzes health data and predicts possible health risks. By using machine learning algorithms, the system can identify abnormal conditions such as fever and provide accurate results with high confidence.</a:t>
            </a:r>
          </a:p>
          <a:p>
            <a:pPr marL="0" indent="0" algn="just">
              <a:buNone/>
              <a:defRPr/>
            </a:pPr>
            <a:endParaRPr lang="en-US" sz="8000" dirty="0">
              <a:latin typeface="Times New Roman" panose="02020603050405020304" pitchFamily="18" charset="0"/>
              <a:cs typeface="Times New Roman" panose="02020603050405020304" pitchFamily="18" charset="0"/>
            </a:endParaRPr>
          </a:p>
          <a:p>
            <a:pPr marL="0" indent="0" algn="just">
              <a:buNone/>
              <a:defRPr/>
            </a:pPr>
            <a:r>
              <a:rPr lang="en-US" sz="8000" dirty="0">
                <a:latin typeface="Times New Roman" panose="02020603050405020304" pitchFamily="18" charset="0"/>
                <a:cs typeface="Times New Roman" panose="02020603050405020304" pitchFamily="18" charset="0"/>
              </a:rPr>
              <a:t>The integration of a </a:t>
            </a:r>
            <a:r>
              <a:rPr lang="en-US" sz="8000" b="1" dirty="0">
                <a:latin typeface="Times New Roman" panose="02020603050405020304" pitchFamily="18" charset="0"/>
                <a:cs typeface="Times New Roman" panose="02020603050405020304" pitchFamily="18" charset="0"/>
              </a:rPr>
              <a:t>Node.js backend and web dashboard</a:t>
            </a:r>
            <a:r>
              <a:rPr lang="en-US" sz="8000" dirty="0">
                <a:latin typeface="Times New Roman" panose="02020603050405020304" pitchFamily="18" charset="0"/>
                <a:cs typeface="Times New Roman" panose="02020603050405020304" pitchFamily="18" charset="0"/>
              </a:rPr>
              <a:t> makes the system efficient and user-friendly, allowing easy visualization of health data through graphs and live metrics. The system also generates alerts for critical conditions, helping in quick response and better decision-making.</a:t>
            </a:r>
          </a:p>
          <a:p>
            <a:pPr marL="0" indent="0" algn="just">
              <a:buNone/>
              <a:defRPr/>
            </a:pPr>
            <a:endParaRPr lang="en-US" sz="8000" dirty="0">
              <a:solidFill>
                <a:schemeClr val="bg2">
                  <a:lumMod val="90000"/>
                </a:schemeClr>
              </a:solidFill>
              <a:latin typeface="Times New Roman" panose="02020603050405020304" pitchFamily="18" charset="0"/>
              <a:cs typeface="Times New Roman" panose="02020603050405020304" pitchFamily="18" charset="0"/>
            </a:endParaRPr>
          </a:p>
          <a:p>
            <a:pPr marL="0" indent="0" algn="just">
              <a:buNone/>
              <a:defRPr/>
            </a:pPr>
            <a:r>
              <a:rPr lang="en-US" sz="8000" dirty="0">
                <a:latin typeface="Times New Roman" panose="02020603050405020304" pitchFamily="18" charset="0"/>
                <a:cs typeface="Times New Roman" panose="02020603050405020304" pitchFamily="18" charset="0"/>
              </a:rPr>
              <a:t>Overall, this project demonstrates how </a:t>
            </a:r>
            <a:r>
              <a:rPr lang="en-US" sz="8000" b="1" dirty="0">
                <a:latin typeface="Times New Roman" panose="02020603050405020304" pitchFamily="18" charset="0"/>
                <a:cs typeface="Times New Roman" panose="02020603050405020304" pitchFamily="18" charset="0"/>
              </a:rPr>
              <a:t>Artificial Intelligence can be effectively used in healthcare</a:t>
            </a:r>
            <a:r>
              <a:rPr lang="en-US" sz="8000" dirty="0">
                <a:latin typeface="Times New Roman" panose="02020603050405020304" pitchFamily="18" charset="0"/>
                <a:cs typeface="Times New Roman" panose="02020603050405020304" pitchFamily="18" charset="0"/>
              </a:rPr>
              <a:t> for continuous monitoring and early diagnosis. It highlights the importance of smart systems in improving patient care and supporting preventive healthcare solutions.</a:t>
            </a:r>
          </a:p>
          <a:p>
            <a:pPr marL="0" indent="0" algn="just">
              <a:buNone/>
              <a:defRPr/>
            </a:pPr>
            <a:endParaRPr lang="en-US" sz="8000" dirty="0">
              <a:solidFill>
                <a:schemeClr val="bg2">
                  <a:lumMod val="90000"/>
                </a:schemeClr>
              </a:solidFill>
              <a:latin typeface="Times New Roman" panose="02020603050405020304" pitchFamily="18" charset="0"/>
              <a:cs typeface="Times New Roman" panose="02020603050405020304" pitchFamily="18" charset="0"/>
            </a:endParaRPr>
          </a:p>
          <a:p>
            <a:pPr marL="0" indent="0" algn="ctr">
              <a:buNone/>
              <a:defRPr/>
            </a:pPr>
            <a:endParaRPr lang="en-US" sz="4800" dirty="0">
              <a:solidFill>
                <a:schemeClr val="bg1">
                  <a:lumMod val="50000"/>
                </a:schemeClr>
              </a:solidFill>
            </a:endParaRPr>
          </a:p>
          <a:p>
            <a:pPr marL="0" indent="0" algn="ctr">
              <a:buNone/>
              <a:defRPr/>
            </a:pPr>
            <a:endParaRPr lang="en-US" sz="4800" dirty="0">
              <a:solidFill>
                <a:schemeClr val="bg1">
                  <a:lumMod val="50000"/>
                </a:schemeClr>
              </a:solidFill>
            </a:endParaRPr>
          </a:p>
          <a:p>
            <a:pPr marL="0" indent="0" algn="ctr">
              <a:buNone/>
              <a:defRPr/>
            </a:pPr>
            <a:endParaRPr lang="en-US" sz="4800" dirty="0">
              <a:solidFill>
                <a:schemeClr val="bg1">
                  <a:lumMod val="50000"/>
                </a:schemeClr>
              </a:solidFill>
            </a:endParaRPr>
          </a:p>
          <a:p>
            <a:pPr marL="0" indent="0" algn="ctr">
              <a:buNone/>
              <a:defRPr/>
            </a:pPr>
            <a:endParaRPr lang="en-US" sz="4800" dirty="0">
              <a:solidFill>
                <a:schemeClr val="bg1">
                  <a:lumMod val="50000"/>
                </a:schemeClr>
              </a:solidFill>
            </a:endParaRPr>
          </a:p>
          <a:p>
            <a:pPr marL="0" indent="0" algn="ctr">
              <a:buNone/>
              <a:defRPr/>
            </a:pPr>
            <a:endParaRPr lang="en-US" sz="4800" dirty="0">
              <a:solidFill>
                <a:schemeClr val="bg1">
                  <a:lumMod val="50000"/>
                </a:schemeClr>
              </a:solidFill>
            </a:endParaRPr>
          </a:p>
          <a:p>
            <a:pPr marL="0" indent="0" algn="ctr">
              <a:buNone/>
              <a:defRPr/>
            </a:pPr>
            <a:endParaRPr lang="en-US" sz="4800" dirty="0">
              <a:solidFill>
                <a:schemeClr val="bg1">
                  <a:lumMod val="50000"/>
                </a:schemeClr>
              </a:solidFill>
            </a:endParaRPr>
          </a:p>
          <a:p>
            <a:pPr marL="0" indent="0" algn="ctr">
              <a:buNone/>
              <a:defRPr/>
            </a:pPr>
            <a:r>
              <a:rPr lang="en-US" sz="4800" dirty="0">
                <a:solidFill>
                  <a:schemeClr val="bg1">
                    <a:lumMod val="50000"/>
                  </a:schemeClr>
                </a:solidFill>
              </a:rPr>
              <a:t>DEPARTMENT OF CSE : MINI PROJECT</a:t>
            </a:r>
          </a:p>
          <a:p>
            <a:pPr marL="0" indent="0" algn="just">
              <a:buNone/>
              <a:defRPr/>
            </a:pPr>
            <a:endParaRPr lang="en-US" sz="8000" dirty="0">
              <a:solidFill>
                <a:schemeClr val="bg2">
                  <a:lumMod val="90000"/>
                </a:schemeClr>
              </a:solidFill>
              <a:latin typeface="Times New Roman" panose="02020603050405020304" pitchFamily="18" charset="0"/>
              <a:cs typeface="Times New Roman" panose="02020603050405020304" pitchFamily="18" charset="0"/>
            </a:endParaRPr>
          </a:p>
          <a:p>
            <a:pPr marL="0" indent="0" algn="just">
              <a:buNone/>
              <a:defRPr/>
            </a:pPr>
            <a:endParaRPr lang="en-US" sz="8000" dirty="0">
              <a:solidFill>
                <a:schemeClr val="bg2">
                  <a:lumMod val="90000"/>
                </a:schemeClr>
              </a:solidFill>
              <a:latin typeface="Times New Roman" panose="02020603050405020304" pitchFamily="18" charset="0"/>
              <a:cs typeface="Times New Roman" panose="02020603050405020304" pitchFamily="18" charset="0"/>
            </a:endParaRPr>
          </a:p>
          <a:p>
            <a:pPr marL="0" indent="0" algn="just">
              <a:buNone/>
              <a:defRPr/>
            </a:pPr>
            <a:endParaRPr lang="en-US" sz="8000" dirty="0">
              <a:solidFill>
                <a:schemeClr val="bg2">
                  <a:lumMod val="90000"/>
                </a:schemeClr>
              </a:solidFill>
              <a:latin typeface="Times New Roman" panose="02020603050405020304" pitchFamily="18" charset="0"/>
              <a:cs typeface="Times New Roman" panose="02020603050405020304" pitchFamily="18" charset="0"/>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2">
                  <a:lumMod val="90000"/>
                </a:schemeClr>
              </a:solidFill>
            </a:endParaRPr>
          </a:p>
          <a:p>
            <a:pPr marL="0" indent="0" algn="ctr">
              <a:buNone/>
              <a:defRPr/>
            </a:pPr>
            <a:endParaRPr lang="en-US" sz="1200" dirty="0">
              <a:solidFill>
                <a:schemeClr val="bg1">
                  <a:lumMod val="50000"/>
                </a:schemeClr>
              </a:solidFill>
            </a:endParaRPr>
          </a:p>
          <a:p>
            <a:pPr marL="0" indent="0" algn="ctr">
              <a:buNone/>
              <a:defRPr/>
            </a:pPr>
            <a:endParaRPr lang="en-US" sz="1200" dirty="0">
              <a:solidFill>
                <a:schemeClr val="bg1">
                  <a:lumMod val="50000"/>
                </a:schemeClr>
              </a:solidFill>
            </a:endParaRPr>
          </a:p>
          <a:p>
            <a:pPr marL="0" indent="0" algn="ctr">
              <a:buNone/>
              <a:defRPr/>
            </a:pPr>
            <a:endParaRPr lang="en-US" sz="1200" dirty="0">
              <a:solidFill>
                <a:schemeClr val="bg1">
                  <a:lumMod val="50000"/>
                </a:schemeClr>
              </a:solidFill>
            </a:endParaRPr>
          </a:p>
        </p:txBody>
      </p:sp>
    </p:spTree>
    <p:extLst>
      <p:ext uri="{BB962C8B-B14F-4D97-AF65-F5344CB8AC3E}">
        <p14:creationId xmlns:p14="http://schemas.microsoft.com/office/powerpoint/2010/main" val="344569294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5" name="Slide Number Placeholder 4">
            <a:extLst>
              <a:ext uri="{FF2B5EF4-FFF2-40B4-BE49-F238E27FC236}">
                <a16:creationId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14</a:t>
            </a:fld>
            <a:endParaRPr lang="en-US" altLang="en-US" dirty="0">
              <a:solidFill>
                <a:srgbClr val="898989"/>
              </a:solidFill>
            </a:endParaRPr>
          </a:p>
        </p:txBody>
      </p:sp>
      <p:pic>
        <p:nvPicPr>
          <p:cNvPr id="2" name="Picture 1">
            <a:extLst>
              <a:ext uri="{FF2B5EF4-FFF2-40B4-BE49-F238E27FC236}">
                <a16:creationId xmlns:a16="http://schemas.microsoft.com/office/drawing/2014/main" id="{11BAED27-1BF6-0E39-B7FC-495FE68C4C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1945" y="136525"/>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2752</TotalTime>
  <Words>1194</Words>
  <Application>Microsoft Office PowerPoint</Application>
  <PresentationFormat>On-screen Show (4:3)</PresentationFormat>
  <Paragraphs>215</Paragraphs>
  <Slides>14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Arial,Sans-Serif</vt:lpstr>
      <vt:lpstr>Calibri</vt:lpstr>
      <vt:lpstr>Times New Roman</vt:lpstr>
      <vt:lpstr>Office Theme</vt:lpstr>
      <vt:lpstr>    DEPARTMENT OF COMPUTER SCIENCE AND ENGINEERING  </vt:lpstr>
      <vt:lpstr>Mini Project Outlines</vt:lpstr>
      <vt:lpstr>Introduction</vt:lpstr>
      <vt:lpstr>Existing System Vs Proposed </vt:lpstr>
      <vt:lpstr>Research Gaps</vt:lpstr>
      <vt:lpstr>Problem Statement</vt:lpstr>
      <vt:lpstr>Proposed Project Objectives</vt:lpstr>
      <vt:lpstr>Proposed Project Outcomes</vt:lpstr>
      <vt:lpstr>Software and Hardware Requirements</vt:lpstr>
      <vt:lpstr>Architectural Diagram</vt:lpstr>
      <vt:lpstr>PROPOSED METHOD AND ALGORITHMS</vt:lpstr>
      <vt:lpstr>Results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Karmankar Nilvana</cp:lastModifiedBy>
  <cp:revision>526</cp:revision>
  <dcterms:created xsi:type="dcterms:W3CDTF">2006-08-16T00:00:00Z</dcterms:created>
  <dcterms:modified xsi:type="dcterms:W3CDTF">2026-04-01T12:47:30Z</dcterms:modified>
</cp:coreProperties>
</file>